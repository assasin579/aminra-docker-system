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Lst>
  <p:notesMasterIdLst>
    <p:notesMasterId r:id="rId79"/>
  </p:notesMasterIdLst>
  <p:sldIdLst>
    <p:sldId id="282" r:id="rId6"/>
    <p:sldId id="283" r:id="rId7"/>
    <p:sldId id="286" r:id="rId8"/>
    <p:sldId id="6971" r:id="rId9"/>
    <p:sldId id="287" r:id="rId10"/>
    <p:sldId id="6972" r:id="rId11"/>
    <p:sldId id="327" r:id="rId12"/>
    <p:sldId id="288" r:id="rId13"/>
    <p:sldId id="328" r:id="rId14"/>
    <p:sldId id="329" r:id="rId15"/>
    <p:sldId id="330" r:id="rId16"/>
    <p:sldId id="331" r:id="rId17"/>
    <p:sldId id="332" r:id="rId18"/>
    <p:sldId id="333" r:id="rId19"/>
    <p:sldId id="334" r:id="rId20"/>
    <p:sldId id="335" r:id="rId21"/>
    <p:sldId id="339" r:id="rId22"/>
    <p:sldId id="6973" r:id="rId23"/>
    <p:sldId id="336" r:id="rId24"/>
    <p:sldId id="338" r:id="rId25"/>
    <p:sldId id="337" r:id="rId26"/>
    <p:sldId id="6974" r:id="rId27"/>
    <p:sldId id="6975" r:id="rId28"/>
    <p:sldId id="6976" r:id="rId29"/>
    <p:sldId id="6977" r:id="rId30"/>
    <p:sldId id="6978" r:id="rId31"/>
    <p:sldId id="6979" r:id="rId32"/>
    <p:sldId id="6980" r:id="rId33"/>
    <p:sldId id="6981" r:id="rId34"/>
    <p:sldId id="6982" r:id="rId35"/>
    <p:sldId id="6983" r:id="rId36"/>
    <p:sldId id="6989" r:id="rId37"/>
    <p:sldId id="6984" r:id="rId38"/>
    <p:sldId id="6990" r:id="rId39"/>
    <p:sldId id="6986" r:id="rId40"/>
    <p:sldId id="6987" r:id="rId41"/>
    <p:sldId id="6991" r:id="rId42"/>
    <p:sldId id="6992" r:id="rId43"/>
    <p:sldId id="6988" r:id="rId44"/>
    <p:sldId id="6985" r:id="rId45"/>
    <p:sldId id="6993" r:id="rId46"/>
    <p:sldId id="7000" r:id="rId47"/>
    <p:sldId id="6994" r:id="rId48"/>
    <p:sldId id="6995" r:id="rId49"/>
    <p:sldId id="6996" r:id="rId50"/>
    <p:sldId id="6997" r:id="rId51"/>
    <p:sldId id="6998" r:id="rId52"/>
    <p:sldId id="7001" r:id="rId53"/>
    <p:sldId id="7002" r:id="rId54"/>
    <p:sldId id="7003" r:id="rId55"/>
    <p:sldId id="6999" r:id="rId56"/>
    <p:sldId id="347" r:id="rId57"/>
    <p:sldId id="348" r:id="rId58"/>
    <p:sldId id="7006" r:id="rId59"/>
    <p:sldId id="349" r:id="rId60"/>
    <p:sldId id="7004" r:id="rId61"/>
    <p:sldId id="7005" r:id="rId62"/>
    <p:sldId id="7007" r:id="rId63"/>
    <p:sldId id="289" r:id="rId64"/>
    <p:sldId id="290" r:id="rId65"/>
    <p:sldId id="7008" r:id="rId66"/>
    <p:sldId id="7009" r:id="rId67"/>
    <p:sldId id="7010" r:id="rId68"/>
    <p:sldId id="7011" r:id="rId69"/>
    <p:sldId id="7012" r:id="rId70"/>
    <p:sldId id="7013" r:id="rId71"/>
    <p:sldId id="7014" r:id="rId72"/>
    <p:sldId id="7015" r:id="rId73"/>
    <p:sldId id="7016" r:id="rId74"/>
    <p:sldId id="7017" r:id="rId75"/>
    <p:sldId id="7018" r:id="rId76"/>
    <p:sldId id="7019" r:id="rId77"/>
    <p:sldId id="259"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A26F"/>
    <a:srgbClr val="719F9D"/>
    <a:srgbClr val="CFAAB0"/>
    <a:srgbClr val="A3AEC0"/>
    <a:srgbClr val="577D8A"/>
    <a:srgbClr val="A6BDAB"/>
    <a:srgbClr val="E2D8A7"/>
    <a:srgbClr val="A26B56"/>
    <a:srgbClr val="2E343A"/>
    <a:srgbClr val="2D33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91CB83-34AF-41C0-9434-816F7DCED5D0}" v="458" dt="2026-02-01T16:04:39.4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21" autoAdjust="0"/>
    <p:restoredTop sz="90712" autoAdjust="0"/>
  </p:normalViewPr>
  <p:slideViewPr>
    <p:cSldViewPr snapToGrid="0">
      <p:cViewPr varScale="1">
        <p:scale>
          <a:sx n="54" d="100"/>
          <a:sy n="54" d="100"/>
        </p:scale>
        <p:origin x="948" y="48"/>
      </p:cViewPr>
      <p:guideLst/>
    </p:cSldViewPr>
  </p:slideViewPr>
  <p:outlineViewPr>
    <p:cViewPr>
      <p:scale>
        <a:sx n="33" d="100"/>
        <a:sy n="33" d="100"/>
      </p:scale>
      <p:origin x="0" y="-7604"/>
    </p:cViewPr>
  </p:outlineViewPr>
  <p:notesTextViewPr>
    <p:cViewPr>
      <p:scale>
        <a:sx n="3" d="2"/>
        <a:sy n="3" d="2"/>
      </p:scale>
      <p:origin x="0" y="0"/>
    </p:cViewPr>
  </p:notesTextViewPr>
  <p:sorterViewPr>
    <p:cViewPr>
      <p:scale>
        <a:sx n="100" d="100"/>
        <a:sy n="100" d="100"/>
      </p:scale>
      <p:origin x="0" y="-699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microsoft.com/office/2016/11/relationships/changesInfo" Target="changesInfos/changesInfo1.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notesMaster" Target="notesMasters/notesMaster1.xml"/><Relationship Id="rId5" Type="http://schemas.openxmlformats.org/officeDocument/2006/relationships/slideMaster" Target="slideMasters/slideMaster2.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61" Type="http://schemas.openxmlformats.org/officeDocument/2006/relationships/slide" Target="slides/slide56.xml"/><Relationship Id="rId8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ad Noridham Nordin" userId="a639cc18-6b65-48a2-b638-0c64e5db0a61" providerId="ADAL" clId="{DDC8CFBC-A8E0-4A11-8C89-89BB8B37E8A6}"/>
    <pc:docChg chg="undo custSel addSld delSld modSld sldOrd addMainMaster delMainMaster">
      <pc:chgData name="Muhamad Noridham Nordin" userId="a639cc18-6b65-48a2-b638-0c64e5db0a61" providerId="ADAL" clId="{DDC8CFBC-A8E0-4A11-8C89-89BB8B37E8A6}" dt="2026-02-01T16:04:39.425" v="2405" actId="1582"/>
      <pc:docMkLst>
        <pc:docMk/>
      </pc:docMkLst>
      <pc:sldChg chg="add del">
        <pc:chgData name="Muhamad Noridham Nordin" userId="a639cc18-6b65-48a2-b638-0c64e5db0a61" providerId="ADAL" clId="{DDC8CFBC-A8E0-4A11-8C89-89BB8B37E8A6}" dt="2026-01-30T17:37:38.127" v="195" actId="47"/>
        <pc:sldMkLst>
          <pc:docMk/>
          <pc:sldMk cId="1208232691" sldId="259"/>
        </pc:sldMkLst>
      </pc:sldChg>
      <pc:sldChg chg="modSp mod">
        <pc:chgData name="Muhamad Noridham Nordin" userId="a639cc18-6b65-48a2-b638-0c64e5db0a61" providerId="ADAL" clId="{DDC8CFBC-A8E0-4A11-8C89-89BB8B37E8A6}" dt="2026-02-01T16:04:13.813" v="2401" actId="20577"/>
        <pc:sldMkLst>
          <pc:docMk/>
          <pc:sldMk cId="4219807466" sldId="282"/>
        </pc:sldMkLst>
        <pc:spChg chg="mod">
          <ac:chgData name="Muhamad Noridham Nordin" userId="a639cc18-6b65-48a2-b638-0c64e5db0a61" providerId="ADAL" clId="{DDC8CFBC-A8E0-4A11-8C89-89BB8B37E8A6}" dt="2026-02-01T16:04:13.813" v="2401" actId="20577"/>
          <ac:spMkLst>
            <pc:docMk/>
            <pc:sldMk cId="4219807466" sldId="282"/>
            <ac:spMk id="7" creationId="{6BDCA773-AC50-F78F-C709-105718EE85A1}"/>
          </ac:spMkLst>
        </pc:spChg>
      </pc:sldChg>
      <pc:sldChg chg="modSp mod">
        <pc:chgData name="Muhamad Noridham Nordin" userId="a639cc18-6b65-48a2-b638-0c64e5db0a61" providerId="ADAL" clId="{DDC8CFBC-A8E0-4A11-8C89-89BB8B37E8A6}" dt="2026-02-01T16:04:39.425" v="2405" actId="1582"/>
        <pc:sldMkLst>
          <pc:docMk/>
          <pc:sldMk cId="2065163836" sldId="283"/>
        </pc:sldMkLst>
        <pc:graphicFrameChg chg="mod modGraphic">
          <ac:chgData name="Muhamad Noridham Nordin" userId="a639cc18-6b65-48a2-b638-0c64e5db0a61" providerId="ADAL" clId="{DDC8CFBC-A8E0-4A11-8C89-89BB8B37E8A6}" dt="2026-02-01T16:04:39.425" v="2405" actId="1582"/>
          <ac:graphicFrameMkLst>
            <pc:docMk/>
            <pc:sldMk cId="2065163836" sldId="283"/>
            <ac:graphicFrameMk id="7" creationId="{81F7EF55-C256-56E1-C377-4D1D7ECD87F5}"/>
          </ac:graphicFrameMkLst>
        </pc:graphicFrameChg>
      </pc:sldChg>
      <pc:sldChg chg="modSp del">
        <pc:chgData name="Muhamad Noridham Nordin" userId="a639cc18-6b65-48a2-b638-0c64e5db0a61" providerId="ADAL" clId="{DDC8CFBC-A8E0-4A11-8C89-89BB8B37E8A6}" dt="2026-02-01T16:03:37.335" v="2391" actId="47"/>
        <pc:sldMkLst>
          <pc:docMk/>
          <pc:sldMk cId="3273757696" sldId="285"/>
        </pc:sldMkLst>
        <pc:graphicFrameChg chg="mod">
          <ac:chgData name="Muhamad Noridham Nordin" userId="a639cc18-6b65-48a2-b638-0c64e5db0a61" providerId="ADAL" clId="{DDC8CFBC-A8E0-4A11-8C89-89BB8B37E8A6}" dt="2026-01-30T17:27:50.226" v="134"/>
          <ac:graphicFrameMkLst>
            <pc:docMk/>
            <pc:sldMk cId="3273757696" sldId="285"/>
            <ac:graphicFrameMk id="7" creationId="{0368F26B-36E3-0AB4-3189-6918AA72A55C}"/>
          </ac:graphicFrameMkLst>
        </pc:graphicFrameChg>
      </pc:sldChg>
      <pc:sldChg chg="addSp delSp modSp new mod">
        <pc:chgData name="Muhamad Noridham Nordin" userId="a639cc18-6b65-48a2-b638-0c64e5db0a61" providerId="ADAL" clId="{DDC8CFBC-A8E0-4A11-8C89-89BB8B37E8A6}" dt="2026-01-30T17:39:39.329" v="243" actId="113"/>
        <pc:sldMkLst>
          <pc:docMk/>
          <pc:sldMk cId="1310683632" sldId="286"/>
        </pc:sldMkLst>
        <pc:spChg chg="mod">
          <ac:chgData name="Muhamad Noridham Nordin" userId="a639cc18-6b65-48a2-b638-0c64e5db0a61" providerId="ADAL" clId="{DDC8CFBC-A8E0-4A11-8C89-89BB8B37E8A6}" dt="2026-01-30T17:39:39.329" v="243" actId="113"/>
          <ac:spMkLst>
            <pc:docMk/>
            <pc:sldMk cId="1310683632" sldId="286"/>
            <ac:spMk id="2" creationId="{9A83E1C4-3485-CE04-04A3-BA6CF9B769B3}"/>
          </ac:spMkLst>
        </pc:spChg>
        <pc:graphicFrameChg chg="add mod">
          <ac:chgData name="Muhamad Noridham Nordin" userId="a639cc18-6b65-48a2-b638-0c64e5db0a61" providerId="ADAL" clId="{DDC8CFBC-A8E0-4A11-8C89-89BB8B37E8A6}" dt="2026-01-30T17:39:33.058" v="241" actId="12084"/>
          <ac:graphicFrameMkLst>
            <pc:docMk/>
            <pc:sldMk cId="1310683632" sldId="286"/>
            <ac:graphicFrameMk id="7" creationId="{C1C8D0AC-BE5F-73DE-9658-0CECF4BF5FD9}"/>
          </ac:graphicFrameMkLst>
        </pc:graphicFrameChg>
      </pc:sldChg>
      <pc:sldChg chg="addSp delSp modSp new mod">
        <pc:chgData name="Muhamad Noridham Nordin" userId="a639cc18-6b65-48a2-b638-0c64e5db0a61" providerId="ADAL" clId="{DDC8CFBC-A8E0-4A11-8C89-89BB8B37E8A6}" dt="2026-01-30T18:21:14.769" v="289" actId="113"/>
        <pc:sldMkLst>
          <pc:docMk/>
          <pc:sldMk cId="618605861" sldId="287"/>
        </pc:sldMkLst>
        <pc:spChg chg="mod">
          <ac:chgData name="Muhamad Noridham Nordin" userId="a639cc18-6b65-48a2-b638-0c64e5db0a61" providerId="ADAL" clId="{DDC8CFBC-A8E0-4A11-8C89-89BB8B37E8A6}" dt="2026-01-30T18:21:14.769" v="289" actId="113"/>
          <ac:spMkLst>
            <pc:docMk/>
            <pc:sldMk cId="618605861" sldId="287"/>
            <ac:spMk id="2" creationId="{97869719-F52D-AF23-DBED-745AF7CB8211}"/>
          </ac:spMkLst>
        </pc:spChg>
        <pc:graphicFrameChg chg="add mod">
          <ac:chgData name="Muhamad Noridham Nordin" userId="a639cc18-6b65-48a2-b638-0c64e5db0a61" providerId="ADAL" clId="{DDC8CFBC-A8E0-4A11-8C89-89BB8B37E8A6}" dt="2026-01-30T18:21:10.115" v="288" actId="12084"/>
          <ac:graphicFrameMkLst>
            <pc:docMk/>
            <pc:sldMk cId="618605861" sldId="287"/>
            <ac:graphicFrameMk id="7" creationId="{D7483769-DF11-7ED2-4CFC-BEF1B82F1EA5}"/>
          </ac:graphicFrameMkLst>
        </pc:graphicFrameChg>
      </pc:sldChg>
      <pc:sldChg chg="modSp new mod">
        <pc:chgData name="Muhamad Noridham Nordin" userId="a639cc18-6b65-48a2-b638-0c64e5db0a61" providerId="ADAL" clId="{DDC8CFBC-A8E0-4A11-8C89-89BB8B37E8A6}" dt="2026-01-30T23:45:21.720" v="672" actId="5793"/>
        <pc:sldMkLst>
          <pc:docMk/>
          <pc:sldMk cId="3347870473" sldId="288"/>
        </pc:sldMkLst>
        <pc:spChg chg="mod">
          <ac:chgData name="Muhamad Noridham Nordin" userId="a639cc18-6b65-48a2-b638-0c64e5db0a61" providerId="ADAL" clId="{DDC8CFBC-A8E0-4A11-8C89-89BB8B37E8A6}" dt="2026-01-30T23:44:49.356" v="663" actId="113"/>
          <ac:spMkLst>
            <pc:docMk/>
            <pc:sldMk cId="3347870473" sldId="288"/>
            <ac:spMk id="2" creationId="{2181DF2E-A273-8470-4462-F34F30F9B33F}"/>
          </ac:spMkLst>
        </pc:spChg>
        <pc:spChg chg="mod">
          <ac:chgData name="Muhamad Noridham Nordin" userId="a639cc18-6b65-48a2-b638-0c64e5db0a61" providerId="ADAL" clId="{DDC8CFBC-A8E0-4A11-8C89-89BB8B37E8A6}" dt="2026-01-30T23:45:21.720" v="672" actId="5793"/>
          <ac:spMkLst>
            <pc:docMk/>
            <pc:sldMk cId="3347870473" sldId="288"/>
            <ac:spMk id="3" creationId="{CA90148C-DE56-F7DF-42DD-FB759A90C3B3}"/>
          </ac:spMkLst>
        </pc:spChg>
      </pc:sldChg>
      <pc:sldChg chg="addSp delSp modSp new mod">
        <pc:chgData name="Muhamad Noridham Nordin" userId="a639cc18-6b65-48a2-b638-0c64e5db0a61" providerId="ADAL" clId="{DDC8CFBC-A8E0-4A11-8C89-89BB8B37E8A6}" dt="2026-02-01T15:22:31.082" v="1782" actId="27636"/>
        <pc:sldMkLst>
          <pc:docMk/>
          <pc:sldMk cId="2272903904" sldId="289"/>
        </pc:sldMkLst>
        <pc:spChg chg="mod">
          <ac:chgData name="Muhamad Noridham Nordin" userId="a639cc18-6b65-48a2-b638-0c64e5db0a61" providerId="ADAL" clId="{DDC8CFBC-A8E0-4A11-8C89-89BB8B37E8A6}" dt="2026-02-01T15:22:31.082" v="1782" actId="27636"/>
          <ac:spMkLst>
            <pc:docMk/>
            <pc:sldMk cId="2272903904" sldId="289"/>
            <ac:spMk id="2" creationId="{A211317D-A43D-B39E-629F-9EB5FC567458}"/>
          </ac:spMkLst>
        </pc:spChg>
        <pc:spChg chg="del">
          <ac:chgData name="Muhamad Noridham Nordin" userId="a639cc18-6b65-48a2-b638-0c64e5db0a61" providerId="ADAL" clId="{DDC8CFBC-A8E0-4A11-8C89-89BB8B37E8A6}" dt="2026-02-01T15:21:20.586" v="1754" actId="478"/>
          <ac:spMkLst>
            <pc:docMk/>
            <pc:sldMk cId="2272903904" sldId="289"/>
            <ac:spMk id="3" creationId="{B4EA5E2F-6EFF-C0F0-4BE3-479A3DE5D4B3}"/>
          </ac:spMkLst>
        </pc:spChg>
        <pc:spChg chg="add mod">
          <ac:chgData name="Muhamad Noridham Nordin" userId="a639cc18-6b65-48a2-b638-0c64e5db0a61" providerId="ADAL" clId="{DDC8CFBC-A8E0-4A11-8C89-89BB8B37E8A6}" dt="2026-02-01T15:21:15.596" v="1753"/>
          <ac:spMkLst>
            <pc:docMk/>
            <pc:sldMk cId="2272903904" sldId="289"/>
            <ac:spMk id="7" creationId="{37245296-0C4F-B818-B771-0661819BB357}"/>
          </ac:spMkLst>
        </pc:spChg>
        <pc:spChg chg="add mod">
          <ac:chgData name="Muhamad Noridham Nordin" userId="a639cc18-6b65-48a2-b638-0c64e5db0a61" providerId="ADAL" clId="{DDC8CFBC-A8E0-4A11-8C89-89BB8B37E8A6}" dt="2026-02-01T15:21:25.392" v="1756" actId="1076"/>
          <ac:spMkLst>
            <pc:docMk/>
            <pc:sldMk cId="2272903904" sldId="289"/>
            <ac:spMk id="9" creationId="{755D9A48-E731-704D-240E-975E8152E4ED}"/>
          </ac:spMkLst>
        </pc:spChg>
        <pc:picChg chg="add mod">
          <ac:chgData name="Muhamad Noridham Nordin" userId="a639cc18-6b65-48a2-b638-0c64e5db0a61" providerId="ADAL" clId="{DDC8CFBC-A8E0-4A11-8C89-89BB8B37E8A6}" dt="2026-02-01T15:21:15.596" v="1753"/>
          <ac:picMkLst>
            <pc:docMk/>
            <pc:sldMk cId="2272903904" sldId="289"/>
            <ac:picMk id="8" creationId="{FCB3298F-1D6D-89D0-A48F-1DA8074DB919}"/>
          </ac:picMkLst>
        </pc:picChg>
        <pc:picChg chg="add mod">
          <ac:chgData name="Muhamad Noridham Nordin" userId="a639cc18-6b65-48a2-b638-0c64e5db0a61" providerId="ADAL" clId="{DDC8CFBC-A8E0-4A11-8C89-89BB8B37E8A6}" dt="2026-02-01T15:21:25.392" v="1756" actId="1076"/>
          <ac:picMkLst>
            <pc:docMk/>
            <pc:sldMk cId="2272903904" sldId="289"/>
            <ac:picMk id="10" creationId="{13C7AA73-1E3D-7028-6FF1-EF32FC376FD1}"/>
          </ac:picMkLst>
        </pc:picChg>
      </pc:sldChg>
      <pc:sldChg chg="addSp delSp modSp new mod">
        <pc:chgData name="Muhamad Noridham Nordin" userId="a639cc18-6b65-48a2-b638-0c64e5db0a61" providerId="ADAL" clId="{DDC8CFBC-A8E0-4A11-8C89-89BB8B37E8A6}" dt="2026-02-01T15:22:33.521" v="1784" actId="27636"/>
        <pc:sldMkLst>
          <pc:docMk/>
          <pc:sldMk cId="1678779477" sldId="290"/>
        </pc:sldMkLst>
        <pc:spChg chg="mod">
          <ac:chgData name="Muhamad Noridham Nordin" userId="a639cc18-6b65-48a2-b638-0c64e5db0a61" providerId="ADAL" clId="{DDC8CFBC-A8E0-4A11-8C89-89BB8B37E8A6}" dt="2026-02-01T15:22:33.521" v="1784" actId="27636"/>
          <ac:spMkLst>
            <pc:docMk/>
            <pc:sldMk cId="1678779477" sldId="290"/>
            <ac:spMk id="2" creationId="{FF75F671-C773-AACF-C7D2-C94EC00A7A50}"/>
          </ac:spMkLst>
        </pc:spChg>
        <pc:spChg chg="del">
          <ac:chgData name="Muhamad Noridham Nordin" userId="a639cc18-6b65-48a2-b638-0c64e5db0a61" providerId="ADAL" clId="{DDC8CFBC-A8E0-4A11-8C89-89BB8B37E8A6}" dt="2026-02-01T15:21:47.798" v="1764"/>
          <ac:spMkLst>
            <pc:docMk/>
            <pc:sldMk cId="1678779477" sldId="290"/>
            <ac:spMk id="3" creationId="{3977505A-42BA-9FD9-BAED-41AC0B3339F5}"/>
          </ac:spMkLst>
        </pc:spChg>
        <pc:picChg chg="add mod">
          <ac:chgData name="Muhamad Noridham Nordin" userId="a639cc18-6b65-48a2-b638-0c64e5db0a61" providerId="ADAL" clId="{DDC8CFBC-A8E0-4A11-8C89-89BB8B37E8A6}" dt="2026-02-01T15:22:04.542" v="1779" actId="1036"/>
          <ac:picMkLst>
            <pc:docMk/>
            <pc:sldMk cId="1678779477" sldId="290"/>
            <ac:picMk id="7" creationId="{2EA7450C-0F31-903A-6D00-39477D39223C}"/>
          </ac:picMkLst>
        </pc:picChg>
      </pc:sldChg>
      <pc:sldChg chg="modSp add mod">
        <pc:chgData name="Muhamad Noridham Nordin" userId="a639cc18-6b65-48a2-b638-0c64e5db0a61" providerId="ADAL" clId="{DDC8CFBC-A8E0-4A11-8C89-89BB8B37E8A6}" dt="2026-01-30T23:54:59.308" v="814" actId="12100"/>
        <pc:sldMkLst>
          <pc:docMk/>
          <pc:sldMk cId="2944708085" sldId="327"/>
        </pc:sldMkLst>
        <pc:spChg chg="mod">
          <ac:chgData name="Muhamad Noridham Nordin" userId="a639cc18-6b65-48a2-b638-0c64e5db0a61" providerId="ADAL" clId="{DDC8CFBC-A8E0-4A11-8C89-89BB8B37E8A6}" dt="2026-01-30T18:21:59.444" v="291" actId="113"/>
          <ac:spMkLst>
            <pc:docMk/>
            <pc:sldMk cId="2944708085" sldId="327"/>
            <ac:spMk id="2" creationId="{F4291057-1707-96C5-8E56-0DE8FF4592F5}"/>
          </ac:spMkLst>
        </pc:spChg>
        <pc:graphicFrameChg chg="mod">
          <ac:chgData name="Muhamad Noridham Nordin" userId="a639cc18-6b65-48a2-b638-0c64e5db0a61" providerId="ADAL" clId="{DDC8CFBC-A8E0-4A11-8C89-89BB8B37E8A6}" dt="2026-01-30T23:54:59.308" v="814" actId="12100"/>
          <ac:graphicFrameMkLst>
            <pc:docMk/>
            <pc:sldMk cId="2944708085" sldId="327"/>
            <ac:graphicFrameMk id="7" creationId="{C9F80AB3-2920-DDD8-FBE5-30C341028B41}"/>
          </ac:graphicFrameMkLst>
        </pc:graphicFrameChg>
      </pc:sldChg>
      <pc:sldChg chg="modSp new mod">
        <pc:chgData name="Muhamad Noridham Nordin" userId="a639cc18-6b65-48a2-b638-0c64e5db0a61" providerId="ADAL" clId="{DDC8CFBC-A8E0-4A11-8C89-89BB8B37E8A6}" dt="2026-01-30T23:46:15.418" v="691" actId="123"/>
        <pc:sldMkLst>
          <pc:docMk/>
          <pc:sldMk cId="3077307406" sldId="328"/>
        </pc:sldMkLst>
        <pc:spChg chg="mod">
          <ac:chgData name="Muhamad Noridham Nordin" userId="a639cc18-6b65-48a2-b638-0c64e5db0a61" providerId="ADAL" clId="{DDC8CFBC-A8E0-4A11-8C89-89BB8B37E8A6}" dt="2026-01-30T23:44:44.052" v="662" actId="113"/>
          <ac:spMkLst>
            <pc:docMk/>
            <pc:sldMk cId="3077307406" sldId="328"/>
            <ac:spMk id="2" creationId="{7D6AB664-C69F-079D-2F24-DA2C9E01F2CE}"/>
          </ac:spMkLst>
        </pc:spChg>
        <pc:spChg chg="mod">
          <ac:chgData name="Muhamad Noridham Nordin" userId="a639cc18-6b65-48a2-b638-0c64e5db0a61" providerId="ADAL" clId="{DDC8CFBC-A8E0-4A11-8C89-89BB8B37E8A6}" dt="2026-01-30T23:46:15.418" v="691" actId="123"/>
          <ac:spMkLst>
            <pc:docMk/>
            <pc:sldMk cId="3077307406" sldId="328"/>
            <ac:spMk id="3" creationId="{02D82C5F-AD23-5145-B5BA-D27C2E0FEBFC}"/>
          </ac:spMkLst>
        </pc:spChg>
      </pc:sldChg>
      <pc:sldChg chg="modSp add mod">
        <pc:chgData name="Muhamad Noridham Nordin" userId="a639cc18-6b65-48a2-b638-0c64e5db0a61" providerId="ADAL" clId="{DDC8CFBC-A8E0-4A11-8C89-89BB8B37E8A6}" dt="2026-01-30T23:46:03.968" v="689" actId="13926"/>
        <pc:sldMkLst>
          <pc:docMk/>
          <pc:sldMk cId="3557163607" sldId="329"/>
        </pc:sldMkLst>
        <pc:spChg chg="mod">
          <ac:chgData name="Muhamad Noridham Nordin" userId="a639cc18-6b65-48a2-b638-0c64e5db0a61" providerId="ADAL" clId="{DDC8CFBC-A8E0-4A11-8C89-89BB8B37E8A6}" dt="2026-01-30T23:44:34.554" v="661" actId="113"/>
          <ac:spMkLst>
            <pc:docMk/>
            <pc:sldMk cId="3557163607" sldId="329"/>
            <ac:spMk id="2" creationId="{1780811C-702A-F577-4191-B4D830DD31B5}"/>
          </ac:spMkLst>
        </pc:spChg>
        <pc:spChg chg="mod">
          <ac:chgData name="Muhamad Noridham Nordin" userId="a639cc18-6b65-48a2-b638-0c64e5db0a61" providerId="ADAL" clId="{DDC8CFBC-A8E0-4A11-8C89-89BB8B37E8A6}" dt="2026-01-30T23:46:03.968" v="689" actId="13926"/>
          <ac:spMkLst>
            <pc:docMk/>
            <pc:sldMk cId="3557163607" sldId="329"/>
            <ac:spMk id="3" creationId="{D34AEF60-AA57-9B14-05A0-7A7F8ABD678A}"/>
          </ac:spMkLst>
        </pc:spChg>
      </pc:sldChg>
      <pc:sldChg chg="addSp modSp add mod">
        <pc:chgData name="Muhamad Noridham Nordin" userId="a639cc18-6b65-48a2-b638-0c64e5db0a61" providerId="ADAL" clId="{DDC8CFBC-A8E0-4A11-8C89-89BB8B37E8A6}" dt="2026-01-30T23:46:36.599" v="694" actId="1076"/>
        <pc:sldMkLst>
          <pc:docMk/>
          <pc:sldMk cId="97638638" sldId="330"/>
        </pc:sldMkLst>
        <pc:spChg chg="mod">
          <ac:chgData name="Muhamad Noridham Nordin" userId="a639cc18-6b65-48a2-b638-0c64e5db0a61" providerId="ADAL" clId="{DDC8CFBC-A8E0-4A11-8C89-89BB8B37E8A6}" dt="2026-01-30T23:44:29.322" v="660" actId="113"/>
          <ac:spMkLst>
            <pc:docMk/>
            <pc:sldMk cId="97638638" sldId="330"/>
            <ac:spMk id="2" creationId="{B38354B1-203D-B270-796F-5F2EFD17AFF9}"/>
          </ac:spMkLst>
        </pc:spChg>
        <pc:spChg chg="mod">
          <ac:chgData name="Muhamad Noridham Nordin" userId="a639cc18-6b65-48a2-b638-0c64e5db0a61" providerId="ADAL" clId="{DDC8CFBC-A8E0-4A11-8C89-89BB8B37E8A6}" dt="2026-01-30T23:46:32.960" v="693" actId="123"/>
          <ac:spMkLst>
            <pc:docMk/>
            <pc:sldMk cId="97638638" sldId="330"/>
            <ac:spMk id="3" creationId="{785462E0-4226-D361-6720-226BDEF8C168}"/>
          </ac:spMkLst>
        </pc:spChg>
        <pc:picChg chg="add mod">
          <ac:chgData name="Muhamad Noridham Nordin" userId="a639cc18-6b65-48a2-b638-0c64e5db0a61" providerId="ADAL" clId="{DDC8CFBC-A8E0-4A11-8C89-89BB8B37E8A6}" dt="2026-01-30T23:46:36.599" v="694" actId="1076"/>
          <ac:picMkLst>
            <pc:docMk/>
            <pc:sldMk cId="97638638" sldId="330"/>
            <ac:picMk id="8" creationId="{CD49F8FD-4D23-0554-B61A-49994ABFECBA}"/>
          </ac:picMkLst>
        </pc:picChg>
        <pc:picChg chg="add mod">
          <ac:chgData name="Muhamad Noridham Nordin" userId="a639cc18-6b65-48a2-b638-0c64e5db0a61" providerId="ADAL" clId="{DDC8CFBC-A8E0-4A11-8C89-89BB8B37E8A6}" dt="2026-01-30T18:27:42.886" v="425" actId="14100"/>
          <ac:picMkLst>
            <pc:docMk/>
            <pc:sldMk cId="97638638" sldId="330"/>
            <ac:picMk id="10" creationId="{54C5CEC6-DE47-E756-032C-63A9498C9AD0}"/>
          </ac:picMkLst>
        </pc:picChg>
        <pc:picChg chg="add mod">
          <ac:chgData name="Muhamad Noridham Nordin" userId="a639cc18-6b65-48a2-b638-0c64e5db0a61" providerId="ADAL" clId="{DDC8CFBC-A8E0-4A11-8C89-89BB8B37E8A6}" dt="2026-01-30T18:27:49.776" v="427" actId="1076"/>
          <ac:picMkLst>
            <pc:docMk/>
            <pc:sldMk cId="97638638" sldId="330"/>
            <ac:picMk id="12" creationId="{1219A7A8-0216-D85F-2E6B-86819B1ED88A}"/>
          </ac:picMkLst>
        </pc:picChg>
        <pc:picChg chg="add mod">
          <ac:chgData name="Muhamad Noridham Nordin" userId="a639cc18-6b65-48a2-b638-0c64e5db0a61" providerId="ADAL" clId="{DDC8CFBC-A8E0-4A11-8C89-89BB8B37E8A6}" dt="2026-01-30T18:27:58.580" v="429" actId="1076"/>
          <ac:picMkLst>
            <pc:docMk/>
            <pc:sldMk cId="97638638" sldId="330"/>
            <ac:picMk id="14" creationId="{2C3158D3-1CA1-AE3B-DF0F-D7F50BD7A466}"/>
          </ac:picMkLst>
        </pc:picChg>
        <pc:picChg chg="add mod">
          <ac:chgData name="Muhamad Noridham Nordin" userId="a639cc18-6b65-48a2-b638-0c64e5db0a61" providerId="ADAL" clId="{DDC8CFBC-A8E0-4A11-8C89-89BB8B37E8A6}" dt="2026-01-30T18:28:04.217" v="431" actId="1076"/>
          <ac:picMkLst>
            <pc:docMk/>
            <pc:sldMk cId="97638638" sldId="330"/>
            <ac:picMk id="16" creationId="{D70A58D9-0638-B819-ABAD-AC8CD6A50F2E}"/>
          </ac:picMkLst>
        </pc:picChg>
      </pc:sldChg>
      <pc:sldChg chg="addSp modSp add mod">
        <pc:chgData name="Muhamad Noridham Nordin" userId="a639cc18-6b65-48a2-b638-0c64e5db0a61" providerId="ADAL" clId="{DDC8CFBC-A8E0-4A11-8C89-89BB8B37E8A6}" dt="2026-02-01T12:29:46.707" v="1034" actId="20577"/>
        <pc:sldMkLst>
          <pc:docMk/>
          <pc:sldMk cId="2171510273" sldId="331"/>
        </pc:sldMkLst>
        <pc:spChg chg="mod">
          <ac:chgData name="Muhamad Noridham Nordin" userId="a639cc18-6b65-48a2-b638-0c64e5db0a61" providerId="ADAL" clId="{DDC8CFBC-A8E0-4A11-8C89-89BB8B37E8A6}" dt="2026-01-30T23:44:23.008" v="658" actId="113"/>
          <ac:spMkLst>
            <pc:docMk/>
            <pc:sldMk cId="2171510273" sldId="331"/>
            <ac:spMk id="2" creationId="{5B301335-30AC-FA5A-388A-0D87EC7318BC}"/>
          </ac:spMkLst>
        </pc:spChg>
        <pc:spChg chg="mod">
          <ac:chgData name="Muhamad Noridham Nordin" userId="a639cc18-6b65-48a2-b638-0c64e5db0a61" providerId="ADAL" clId="{DDC8CFBC-A8E0-4A11-8C89-89BB8B37E8A6}" dt="2026-02-01T12:29:46.707" v="1034" actId="20577"/>
          <ac:spMkLst>
            <pc:docMk/>
            <pc:sldMk cId="2171510273" sldId="331"/>
            <ac:spMk id="3" creationId="{35499200-1CEE-05CA-CFAF-3CC1B37117D0}"/>
          </ac:spMkLst>
        </pc:spChg>
        <pc:graphicFrameChg chg="add mod">
          <ac:chgData name="Muhamad Noridham Nordin" userId="a639cc18-6b65-48a2-b638-0c64e5db0a61" providerId="ADAL" clId="{DDC8CFBC-A8E0-4A11-8C89-89BB8B37E8A6}" dt="2026-01-30T18:30:00.701" v="480" actId="14100"/>
          <ac:graphicFrameMkLst>
            <pc:docMk/>
            <pc:sldMk cId="2171510273" sldId="331"/>
            <ac:graphicFrameMk id="10" creationId="{A0C1E954-01A6-8B0C-7891-5E3AADD9ED51}"/>
          </ac:graphicFrameMkLst>
        </pc:graphicFrameChg>
      </pc:sldChg>
      <pc:sldChg chg="addSp delSp modSp add mod">
        <pc:chgData name="Muhamad Noridham Nordin" userId="a639cc18-6b65-48a2-b638-0c64e5db0a61" providerId="ADAL" clId="{DDC8CFBC-A8E0-4A11-8C89-89BB8B37E8A6}" dt="2026-01-30T23:44:18.570" v="657"/>
        <pc:sldMkLst>
          <pc:docMk/>
          <pc:sldMk cId="348157039" sldId="332"/>
        </pc:sldMkLst>
        <pc:spChg chg="mod">
          <ac:chgData name="Muhamad Noridham Nordin" userId="a639cc18-6b65-48a2-b638-0c64e5db0a61" providerId="ADAL" clId="{DDC8CFBC-A8E0-4A11-8C89-89BB8B37E8A6}" dt="2026-01-30T23:44:18.570" v="657"/>
          <ac:spMkLst>
            <pc:docMk/>
            <pc:sldMk cId="348157039" sldId="332"/>
            <ac:spMk id="2" creationId="{F7302984-CF89-6678-399A-86C4065A3A3E}"/>
          </ac:spMkLst>
        </pc:spChg>
        <pc:spChg chg="add mod">
          <ac:chgData name="Muhamad Noridham Nordin" userId="a639cc18-6b65-48a2-b638-0c64e5db0a61" providerId="ADAL" clId="{DDC8CFBC-A8E0-4A11-8C89-89BB8B37E8A6}" dt="2026-01-30T23:37:08.790" v="535" actId="20577"/>
          <ac:spMkLst>
            <pc:docMk/>
            <pc:sldMk cId="348157039" sldId="332"/>
            <ac:spMk id="9" creationId="{F3B97D11-436E-850B-8445-5A5F2E5FE48A}"/>
          </ac:spMkLst>
        </pc:spChg>
        <pc:spChg chg="add mod">
          <ac:chgData name="Muhamad Noridham Nordin" userId="a639cc18-6b65-48a2-b638-0c64e5db0a61" providerId="ADAL" clId="{DDC8CFBC-A8E0-4A11-8C89-89BB8B37E8A6}" dt="2026-01-30T23:36:47.539" v="524" actId="1076"/>
          <ac:spMkLst>
            <pc:docMk/>
            <pc:sldMk cId="348157039" sldId="332"/>
            <ac:spMk id="15" creationId="{80ED5AC6-5290-E93A-E757-D8C20FFFD09A}"/>
          </ac:spMkLst>
        </pc:spChg>
        <pc:picChg chg="add mod">
          <ac:chgData name="Muhamad Noridham Nordin" userId="a639cc18-6b65-48a2-b638-0c64e5db0a61" providerId="ADAL" clId="{DDC8CFBC-A8E0-4A11-8C89-89BB8B37E8A6}" dt="2026-01-30T23:34:30.903" v="498" actId="14100"/>
          <ac:picMkLst>
            <pc:docMk/>
            <pc:sldMk cId="348157039" sldId="332"/>
            <ac:picMk id="11" creationId="{1466E955-7B31-EA89-07EC-7F3175E51649}"/>
          </ac:picMkLst>
        </pc:picChg>
        <pc:picChg chg="add mod">
          <ac:chgData name="Muhamad Noridham Nordin" userId="a639cc18-6b65-48a2-b638-0c64e5db0a61" providerId="ADAL" clId="{DDC8CFBC-A8E0-4A11-8C89-89BB8B37E8A6}" dt="2026-01-30T23:35:19.625" v="511" actId="1038"/>
          <ac:picMkLst>
            <pc:docMk/>
            <pc:sldMk cId="348157039" sldId="332"/>
            <ac:picMk id="13" creationId="{A80EEFBD-9966-E896-42C6-48B24CE00AE6}"/>
          </ac:picMkLst>
        </pc:picChg>
      </pc:sldChg>
      <pc:sldChg chg="addSp modSp add mod">
        <pc:chgData name="Muhamad Noridham Nordin" userId="a639cc18-6b65-48a2-b638-0c64e5db0a61" providerId="ADAL" clId="{DDC8CFBC-A8E0-4A11-8C89-89BB8B37E8A6}" dt="2026-01-30T23:44:11.926" v="656"/>
        <pc:sldMkLst>
          <pc:docMk/>
          <pc:sldMk cId="805519751" sldId="333"/>
        </pc:sldMkLst>
        <pc:spChg chg="mod">
          <ac:chgData name="Muhamad Noridham Nordin" userId="a639cc18-6b65-48a2-b638-0c64e5db0a61" providerId="ADAL" clId="{DDC8CFBC-A8E0-4A11-8C89-89BB8B37E8A6}" dt="2026-01-30T23:44:11.926" v="656"/>
          <ac:spMkLst>
            <pc:docMk/>
            <pc:sldMk cId="805519751" sldId="333"/>
            <ac:spMk id="2" creationId="{5F0A8EA6-5C4A-FF9F-41CF-D4563E8F3EC9}"/>
          </ac:spMkLst>
        </pc:spChg>
        <pc:spChg chg="mod">
          <ac:chgData name="Muhamad Noridham Nordin" userId="a639cc18-6b65-48a2-b638-0c64e5db0a61" providerId="ADAL" clId="{DDC8CFBC-A8E0-4A11-8C89-89BB8B37E8A6}" dt="2026-01-30T23:37:54.222" v="546" actId="20577"/>
          <ac:spMkLst>
            <pc:docMk/>
            <pc:sldMk cId="805519751" sldId="333"/>
            <ac:spMk id="3" creationId="{87A29A8E-D4EF-34F5-DA98-934E37A189F8}"/>
          </ac:spMkLst>
        </pc:spChg>
        <pc:picChg chg="add mod">
          <ac:chgData name="Muhamad Noridham Nordin" userId="a639cc18-6b65-48a2-b638-0c64e5db0a61" providerId="ADAL" clId="{DDC8CFBC-A8E0-4A11-8C89-89BB8B37E8A6}" dt="2026-01-30T23:37:35.417" v="540" actId="1076"/>
          <ac:picMkLst>
            <pc:docMk/>
            <pc:sldMk cId="805519751" sldId="333"/>
            <ac:picMk id="8" creationId="{D2DB9784-0554-A4A8-4612-49C9A32330A8}"/>
          </ac:picMkLst>
        </pc:picChg>
        <pc:picChg chg="add mod">
          <ac:chgData name="Muhamad Noridham Nordin" userId="a639cc18-6b65-48a2-b638-0c64e5db0a61" providerId="ADAL" clId="{DDC8CFBC-A8E0-4A11-8C89-89BB8B37E8A6}" dt="2026-01-30T23:38:06.193" v="549" actId="1076"/>
          <ac:picMkLst>
            <pc:docMk/>
            <pc:sldMk cId="805519751" sldId="333"/>
            <ac:picMk id="10" creationId="{53C86D3A-77FB-A4D8-FF79-4B9C9E590B30}"/>
          </ac:picMkLst>
        </pc:picChg>
        <pc:picChg chg="add mod">
          <ac:chgData name="Muhamad Noridham Nordin" userId="a639cc18-6b65-48a2-b638-0c64e5db0a61" providerId="ADAL" clId="{DDC8CFBC-A8E0-4A11-8C89-89BB8B37E8A6}" dt="2026-01-30T23:38:32.130" v="552" actId="1076"/>
          <ac:picMkLst>
            <pc:docMk/>
            <pc:sldMk cId="805519751" sldId="333"/>
            <ac:picMk id="11" creationId="{B0B74564-F863-886A-F900-2EBBDF92A051}"/>
          </ac:picMkLst>
        </pc:picChg>
        <pc:picChg chg="add mod">
          <ac:chgData name="Muhamad Noridham Nordin" userId="a639cc18-6b65-48a2-b638-0c64e5db0a61" providerId="ADAL" clId="{DDC8CFBC-A8E0-4A11-8C89-89BB8B37E8A6}" dt="2026-01-30T23:38:32.130" v="552" actId="1076"/>
          <ac:picMkLst>
            <pc:docMk/>
            <pc:sldMk cId="805519751" sldId="333"/>
            <ac:picMk id="12" creationId="{1EB88C27-0B82-E3EA-CBA6-79468188024D}"/>
          </ac:picMkLst>
        </pc:picChg>
      </pc:sldChg>
      <pc:sldChg chg="addSp modSp add mod">
        <pc:chgData name="Muhamad Noridham Nordin" userId="a639cc18-6b65-48a2-b638-0c64e5db0a61" providerId="ADAL" clId="{DDC8CFBC-A8E0-4A11-8C89-89BB8B37E8A6}" dt="2026-01-30T23:44:04.316" v="655" actId="113"/>
        <pc:sldMkLst>
          <pc:docMk/>
          <pc:sldMk cId="293112834" sldId="334"/>
        </pc:sldMkLst>
        <pc:spChg chg="mod">
          <ac:chgData name="Muhamad Noridham Nordin" userId="a639cc18-6b65-48a2-b638-0c64e5db0a61" providerId="ADAL" clId="{DDC8CFBC-A8E0-4A11-8C89-89BB8B37E8A6}" dt="2026-01-30T23:44:04.316" v="655" actId="113"/>
          <ac:spMkLst>
            <pc:docMk/>
            <pc:sldMk cId="293112834" sldId="334"/>
            <ac:spMk id="2" creationId="{98C49B83-63E6-0994-AAD8-FC81B94CFDEB}"/>
          </ac:spMkLst>
        </pc:spChg>
        <pc:spChg chg="mod">
          <ac:chgData name="Muhamad Noridham Nordin" userId="a639cc18-6b65-48a2-b638-0c64e5db0a61" providerId="ADAL" clId="{DDC8CFBC-A8E0-4A11-8C89-89BB8B37E8A6}" dt="2026-01-30T23:39:16.687" v="564" actId="20577"/>
          <ac:spMkLst>
            <pc:docMk/>
            <pc:sldMk cId="293112834" sldId="334"/>
            <ac:spMk id="3" creationId="{75E8E220-01F6-C95E-65EC-4C035AE3EADC}"/>
          </ac:spMkLst>
        </pc:spChg>
        <pc:grpChg chg="add mod">
          <ac:chgData name="Muhamad Noridham Nordin" userId="a639cc18-6b65-48a2-b638-0c64e5db0a61" providerId="ADAL" clId="{DDC8CFBC-A8E0-4A11-8C89-89BB8B37E8A6}" dt="2026-01-30T23:39:02.217" v="558" actId="1076"/>
          <ac:grpSpMkLst>
            <pc:docMk/>
            <pc:sldMk cId="293112834" sldId="334"/>
            <ac:grpSpMk id="11" creationId="{BA5896F1-1B05-0094-553D-E0810901ACE7}"/>
          </ac:grpSpMkLst>
        </pc:grpChg>
        <pc:picChg chg="add mod">
          <ac:chgData name="Muhamad Noridham Nordin" userId="a639cc18-6b65-48a2-b638-0c64e5db0a61" providerId="ADAL" clId="{DDC8CFBC-A8E0-4A11-8C89-89BB8B37E8A6}" dt="2026-01-30T23:38:55.397" v="555" actId="164"/>
          <ac:picMkLst>
            <pc:docMk/>
            <pc:sldMk cId="293112834" sldId="334"/>
            <ac:picMk id="7" creationId="{90A7BCEA-260A-02DA-F26E-E03FF8ED938C}"/>
          </ac:picMkLst>
        </pc:picChg>
        <pc:picChg chg="add mod">
          <ac:chgData name="Muhamad Noridham Nordin" userId="a639cc18-6b65-48a2-b638-0c64e5db0a61" providerId="ADAL" clId="{DDC8CFBC-A8E0-4A11-8C89-89BB8B37E8A6}" dt="2026-01-30T23:38:55.397" v="555" actId="164"/>
          <ac:picMkLst>
            <pc:docMk/>
            <pc:sldMk cId="293112834" sldId="334"/>
            <ac:picMk id="8" creationId="{6CC77F89-E732-6EE7-0282-DB29BE9BDA23}"/>
          </ac:picMkLst>
        </pc:picChg>
        <pc:picChg chg="add">
          <ac:chgData name="Muhamad Noridham Nordin" userId="a639cc18-6b65-48a2-b638-0c64e5db0a61" providerId="ADAL" clId="{DDC8CFBC-A8E0-4A11-8C89-89BB8B37E8A6}" dt="2026-01-30T23:38:45.910" v="554" actId="22"/>
          <ac:picMkLst>
            <pc:docMk/>
            <pc:sldMk cId="293112834" sldId="334"/>
            <ac:picMk id="10" creationId="{E33423ED-1FEE-9A02-68D3-9D895D9309AF}"/>
          </ac:picMkLst>
        </pc:picChg>
      </pc:sldChg>
      <pc:sldChg chg="addSp delSp modSp add mod">
        <pc:chgData name="Muhamad Noridham Nordin" userId="a639cc18-6b65-48a2-b638-0c64e5db0a61" providerId="ADAL" clId="{DDC8CFBC-A8E0-4A11-8C89-89BB8B37E8A6}" dt="2026-01-30T23:43:56.670" v="653" actId="113"/>
        <pc:sldMkLst>
          <pc:docMk/>
          <pc:sldMk cId="3213728125" sldId="335"/>
        </pc:sldMkLst>
        <pc:spChg chg="mod">
          <ac:chgData name="Muhamad Noridham Nordin" userId="a639cc18-6b65-48a2-b638-0c64e5db0a61" providerId="ADAL" clId="{DDC8CFBC-A8E0-4A11-8C89-89BB8B37E8A6}" dt="2026-01-30T23:43:56.670" v="653" actId="113"/>
          <ac:spMkLst>
            <pc:docMk/>
            <pc:sldMk cId="3213728125" sldId="335"/>
            <ac:spMk id="2" creationId="{BEE67D45-C78F-61AD-BFFF-40677235F0FB}"/>
          </ac:spMkLst>
        </pc:spChg>
        <pc:spChg chg="mod">
          <ac:chgData name="Muhamad Noridham Nordin" userId="a639cc18-6b65-48a2-b638-0c64e5db0a61" providerId="ADAL" clId="{DDC8CFBC-A8E0-4A11-8C89-89BB8B37E8A6}" dt="2026-01-30T23:40:22.564" v="582" actId="20577"/>
          <ac:spMkLst>
            <pc:docMk/>
            <pc:sldMk cId="3213728125" sldId="335"/>
            <ac:spMk id="3" creationId="{6BFD7197-8D76-42D1-A93E-2A4B5DCCE7BB}"/>
          </ac:spMkLst>
        </pc:spChg>
        <pc:picChg chg="add mod ord">
          <ac:chgData name="Muhamad Noridham Nordin" userId="a639cc18-6b65-48a2-b638-0c64e5db0a61" providerId="ADAL" clId="{DDC8CFBC-A8E0-4A11-8C89-89BB8B37E8A6}" dt="2026-01-30T23:42:16.180" v="644" actId="167"/>
          <ac:picMkLst>
            <pc:docMk/>
            <pc:sldMk cId="3213728125" sldId="335"/>
            <ac:picMk id="9" creationId="{5CF3574C-CEA0-2A49-C2B7-39B1618F8698}"/>
          </ac:picMkLst>
        </pc:picChg>
      </pc:sldChg>
      <pc:sldChg chg="addSp modSp add mod">
        <pc:chgData name="Muhamad Noridham Nordin" userId="a639cc18-6b65-48a2-b638-0c64e5db0a61" providerId="ADAL" clId="{DDC8CFBC-A8E0-4A11-8C89-89BB8B37E8A6}" dt="2026-01-30T23:48:43.882" v="720" actId="1076"/>
        <pc:sldMkLst>
          <pc:docMk/>
          <pc:sldMk cId="3677249187" sldId="336"/>
        </pc:sldMkLst>
        <pc:spChg chg="mod">
          <ac:chgData name="Muhamad Noridham Nordin" userId="a639cc18-6b65-48a2-b638-0c64e5db0a61" providerId="ADAL" clId="{DDC8CFBC-A8E0-4A11-8C89-89BB8B37E8A6}" dt="2026-01-30T23:47:08.882" v="697"/>
          <ac:spMkLst>
            <pc:docMk/>
            <pc:sldMk cId="3677249187" sldId="336"/>
            <ac:spMk id="2" creationId="{A448BAF1-659A-2F6D-6BBE-B690AAE1E839}"/>
          </ac:spMkLst>
        </pc:spChg>
        <pc:spChg chg="mod">
          <ac:chgData name="Muhamad Noridham Nordin" userId="a639cc18-6b65-48a2-b638-0c64e5db0a61" providerId="ADAL" clId="{DDC8CFBC-A8E0-4A11-8C89-89BB8B37E8A6}" dt="2026-01-30T23:48:26.211" v="718" actId="20577"/>
          <ac:spMkLst>
            <pc:docMk/>
            <pc:sldMk cId="3677249187" sldId="336"/>
            <ac:spMk id="3" creationId="{B61E4C0E-0A5E-B109-A8B9-DDAA99F66776}"/>
          </ac:spMkLst>
        </pc:spChg>
        <pc:picChg chg="add mod">
          <ac:chgData name="Muhamad Noridham Nordin" userId="a639cc18-6b65-48a2-b638-0c64e5db0a61" providerId="ADAL" clId="{DDC8CFBC-A8E0-4A11-8C89-89BB8B37E8A6}" dt="2026-01-30T23:48:43.882" v="720" actId="1076"/>
          <ac:picMkLst>
            <pc:docMk/>
            <pc:sldMk cId="3677249187" sldId="336"/>
            <ac:picMk id="8" creationId="{E2752C69-7CAF-E854-BF72-6B2A823F05D8}"/>
          </ac:picMkLst>
        </pc:picChg>
      </pc:sldChg>
      <pc:sldChg chg="addSp delSp modSp add mod">
        <pc:chgData name="Muhamad Noridham Nordin" userId="a639cc18-6b65-48a2-b638-0c64e5db0a61" providerId="ADAL" clId="{DDC8CFBC-A8E0-4A11-8C89-89BB8B37E8A6}" dt="2026-01-30T23:54:38.776" v="813" actId="403"/>
        <pc:sldMkLst>
          <pc:docMk/>
          <pc:sldMk cId="102872962" sldId="337"/>
        </pc:sldMkLst>
        <pc:spChg chg="mod">
          <ac:chgData name="Muhamad Noridham Nordin" userId="a639cc18-6b65-48a2-b638-0c64e5db0a61" providerId="ADAL" clId="{DDC8CFBC-A8E0-4A11-8C89-89BB8B37E8A6}" dt="2026-01-30T23:50:48.493" v="757" actId="113"/>
          <ac:spMkLst>
            <pc:docMk/>
            <pc:sldMk cId="102872962" sldId="337"/>
            <ac:spMk id="2" creationId="{4CEA347D-DD00-6EA4-8DD8-6CBDED9D55B6}"/>
          </ac:spMkLst>
        </pc:spChg>
        <pc:spChg chg="mod">
          <ac:chgData name="Muhamad Noridham Nordin" userId="a639cc18-6b65-48a2-b638-0c64e5db0a61" providerId="ADAL" clId="{DDC8CFBC-A8E0-4A11-8C89-89BB8B37E8A6}" dt="2026-01-30T23:54:38.776" v="813" actId="403"/>
          <ac:spMkLst>
            <pc:docMk/>
            <pc:sldMk cId="102872962" sldId="337"/>
            <ac:spMk id="3" creationId="{808DC681-29C7-14F5-B72F-1EB9ABADB350}"/>
          </ac:spMkLst>
        </pc:spChg>
        <pc:spChg chg="add mod">
          <ac:chgData name="Muhamad Noridham Nordin" userId="a639cc18-6b65-48a2-b638-0c64e5db0a61" providerId="ADAL" clId="{DDC8CFBC-A8E0-4A11-8C89-89BB8B37E8A6}" dt="2026-01-30T23:52:49.657" v="781" actId="1076"/>
          <ac:spMkLst>
            <pc:docMk/>
            <pc:sldMk cId="102872962" sldId="337"/>
            <ac:spMk id="20" creationId="{A01114FD-7DC7-0DCE-13F4-FDEA81637F19}"/>
          </ac:spMkLst>
        </pc:spChg>
        <pc:spChg chg="add mod">
          <ac:chgData name="Muhamad Noridham Nordin" userId="a639cc18-6b65-48a2-b638-0c64e5db0a61" providerId="ADAL" clId="{DDC8CFBC-A8E0-4A11-8C89-89BB8B37E8A6}" dt="2026-01-30T23:53:24.833" v="788" actId="1076"/>
          <ac:spMkLst>
            <pc:docMk/>
            <pc:sldMk cId="102872962" sldId="337"/>
            <ac:spMk id="22" creationId="{90D7491C-894A-37F4-9ACE-2998246DB4D8}"/>
          </ac:spMkLst>
        </pc:spChg>
        <pc:spChg chg="add mod">
          <ac:chgData name="Muhamad Noridham Nordin" userId="a639cc18-6b65-48a2-b638-0c64e5db0a61" providerId="ADAL" clId="{DDC8CFBC-A8E0-4A11-8C89-89BB8B37E8A6}" dt="2026-01-30T23:53:43.141" v="792" actId="1076"/>
          <ac:spMkLst>
            <pc:docMk/>
            <pc:sldMk cId="102872962" sldId="337"/>
            <ac:spMk id="23" creationId="{85E3B37E-D7AA-499D-6A6F-F479E33ACBE7}"/>
          </ac:spMkLst>
        </pc:spChg>
        <pc:spChg chg="add mod">
          <ac:chgData name="Muhamad Noridham Nordin" userId="a639cc18-6b65-48a2-b638-0c64e5db0a61" providerId="ADAL" clId="{DDC8CFBC-A8E0-4A11-8C89-89BB8B37E8A6}" dt="2026-01-30T23:54:02.898" v="804" actId="1038"/>
          <ac:spMkLst>
            <pc:docMk/>
            <pc:sldMk cId="102872962" sldId="337"/>
            <ac:spMk id="25" creationId="{A2EF0A3B-3D91-915A-A18F-F2D458C005ED}"/>
          </ac:spMkLst>
        </pc:spChg>
        <pc:spChg chg="add mod">
          <ac:chgData name="Muhamad Noridham Nordin" userId="a639cc18-6b65-48a2-b638-0c64e5db0a61" providerId="ADAL" clId="{DDC8CFBC-A8E0-4A11-8C89-89BB8B37E8A6}" dt="2026-01-30T23:53:52.720" v="796" actId="1076"/>
          <ac:spMkLst>
            <pc:docMk/>
            <pc:sldMk cId="102872962" sldId="337"/>
            <ac:spMk id="26" creationId="{B5C8C9DA-E98B-CFB0-5EAE-0D05D470288F}"/>
          </ac:spMkLst>
        </pc:spChg>
        <pc:spChg chg="add mod">
          <ac:chgData name="Muhamad Noridham Nordin" userId="a639cc18-6b65-48a2-b638-0c64e5db0a61" providerId="ADAL" clId="{DDC8CFBC-A8E0-4A11-8C89-89BB8B37E8A6}" dt="2026-01-30T23:54:31.301" v="812" actId="14100"/>
          <ac:spMkLst>
            <pc:docMk/>
            <pc:sldMk cId="102872962" sldId="337"/>
            <ac:spMk id="28" creationId="{FE4E270F-E84B-6321-BACB-AE18EBDDD2AC}"/>
          </ac:spMkLst>
        </pc:spChg>
        <pc:picChg chg="add mod">
          <ac:chgData name="Muhamad Noridham Nordin" userId="a639cc18-6b65-48a2-b638-0c64e5db0a61" providerId="ADAL" clId="{DDC8CFBC-A8E0-4A11-8C89-89BB8B37E8A6}" dt="2026-01-30T23:51:11.023" v="762" actId="1076"/>
          <ac:picMkLst>
            <pc:docMk/>
            <pc:sldMk cId="102872962" sldId="337"/>
            <ac:picMk id="14" creationId="{B6BF790C-206C-1450-691C-867C4D4AFA1B}"/>
          </ac:picMkLst>
        </pc:picChg>
        <pc:picChg chg="add mod">
          <ac:chgData name="Muhamad Noridham Nordin" userId="a639cc18-6b65-48a2-b638-0c64e5db0a61" providerId="ADAL" clId="{DDC8CFBC-A8E0-4A11-8C89-89BB8B37E8A6}" dt="2026-01-30T23:54:23.175" v="810" actId="1076"/>
          <ac:picMkLst>
            <pc:docMk/>
            <pc:sldMk cId="102872962" sldId="337"/>
            <ac:picMk id="16" creationId="{A16A0148-745C-5CAE-615A-4C54A0115F95}"/>
          </ac:picMkLst>
        </pc:picChg>
        <pc:picChg chg="add mod">
          <ac:chgData name="Muhamad Noridham Nordin" userId="a639cc18-6b65-48a2-b638-0c64e5db0a61" providerId="ADAL" clId="{DDC8CFBC-A8E0-4A11-8C89-89BB8B37E8A6}" dt="2026-01-30T23:51:30.691" v="766" actId="1076"/>
          <ac:picMkLst>
            <pc:docMk/>
            <pc:sldMk cId="102872962" sldId="337"/>
            <ac:picMk id="18" creationId="{3160AA20-C264-7511-0055-6810F36F79E8}"/>
          </ac:picMkLst>
        </pc:picChg>
      </pc:sldChg>
      <pc:sldChg chg="addSp modSp new mod ord">
        <pc:chgData name="Muhamad Noridham Nordin" userId="a639cc18-6b65-48a2-b638-0c64e5db0a61" providerId="ADAL" clId="{DDC8CFBC-A8E0-4A11-8C89-89BB8B37E8A6}" dt="2026-01-30T23:50:15.595" v="755" actId="20577"/>
        <pc:sldMkLst>
          <pc:docMk/>
          <pc:sldMk cId="3710216406" sldId="338"/>
        </pc:sldMkLst>
        <pc:spChg chg="mod">
          <ac:chgData name="Muhamad Noridham Nordin" userId="a639cc18-6b65-48a2-b638-0c64e5db0a61" providerId="ADAL" clId="{DDC8CFBC-A8E0-4A11-8C89-89BB8B37E8A6}" dt="2026-01-30T23:43:48.103" v="651" actId="113"/>
          <ac:spMkLst>
            <pc:docMk/>
            <pc:sldMk cId="3710216406" sldId="338"/>
            <ac:spMk id="2" creationId="{1A7C11D9-D7CF-37DB-28C9-D2CB04F54B2D}"/>
          </ac:spMkLst>
        </pc:spChg>
        <pc:spChg chg="mod">
          <ac:chgData name="Muhamad Noridham Nordin" userId="a639cc18-6b65-48a2-b638-0c64e5db0a61" providerId="ADAL" clId="{DDC8CFBC-A8E0-4A11-8C89-89BB8B37E8A6}" dt="2026-01-30T23:50:15.595" v="755" actId="20577"/>
          <ac:spMkLst>
            <pc:docMk/>
            <pc:sldMk cId="3710216406" sldId="338"/>
            <ac:spMk id="3" creationId="{FC307FE7-58FB-4D23-FB42-6216BA70A152}"/>
          </ac:spMkLst>
        </pc:spChg>
        <pc:picChg chg="add mod">
          <ac:chgData name="Muhamad Noridham Nordin" userId="a639cc18-6b65-48a2-b638-0c64e5db0a61" providerId="ADAL" clId="{DDC8CFBC-A8E0-4A11-8C89-89BB8B37E8A6}" dt="2026-01-30T23:49:11.341" v="726" actId="1076"/>
          <ac:picMkLst>
            <pc:docMk/>
            <pc:sldMk cId="3710216406" sldId="338"/>
            <ac:picMk id="8" creationId="{F84270AE-4C00-6106-FE01-A1CDD4BBC345}"/>
          </ac:picMkLst>
        </pc:picChg>
      </pc:sldChg>
      <pc:sldChg chg="modSp add mod">
        <pc:chgData name="Muhamad Noridham Nordin" userId="a639cc18-6b65-48a2-b638-0c64e5db0a61" providerId="ADAL" clId="{DDC8CFBC-A8E0-4A11-8C89-89BB8B37E8A6}" dt="2026-01-30T23:43:52.262" v="652" actId="113"/>
        <pc:sldMkLst>
          <pc:docMk/>
          <pc:sldMk cId="1832926662" sldId="339"/>
        </pc:sldMkLst>
        <pc:spChg chg="mod">
          <ac:chgData name="Muhamad Noridham Nordin" userId="a639cc18-6b65-48a2-b638-0c64e5db0a61" providerId="ADAL" clId="{DDC8CFBC-A8E0-4A11-8C89-89BB8B37E8A6}" dt="2026-01-30T23:43:52.262" v="652" actId="113"/>
          <ac:spMkLst>
            <pc:docMk/>
            <pc:sldMk cId="1832926662" sldId="339"/>
            <ac:spMk id="2" creationId="{FFB6F5E2-13CC-FFFC-271D-747281C29F7F}"/>
          </ac:spMkLst>
        </pc:spChg>
        <pc:spChg chg="mod">
          <ac:chgData name="Muhamad Noridham Nordin" userId="a639cc18-6b65-48a2-b638-0c64e5db0a61" providerId="ADAL" clId="{DDC8CFBC-A8E0-4A11-8C89-89BB8B37E8A6}" dt="2026-01-30T23:42:50.592" v="649" actId="113"/>
          <ac:spMkLst>
            <pc:docMk/>
            <pc:sldMk cId="1832926662" sldId="339"/>
            <ac:spMk id="3" creationId="{07D759BC-F075-4553-78ED-C856CAA98C70}"/>
          </ac:spMkLst>
        </pc:spChg>
        <pc:picChg chg="mod">
          <ac:chgData name="Muhamad Noridham Nordin" userId="a639cc18-6b65-48a2-b638-0c64e5db0a61" providerId="ADAL" clId="{DDC8CFBC-A8E0-4A11-8C89-89BB8B37E8A6}" dt="2026-01-30T23:42:03.627" v="641" actId="1038"/>
          <ac:picMkLst>
            <pc:docMk/>
            <pc:sldMk cId="1832926662" sldId="339"/>
            <ac:picMk id="8" creationId="{9C7240A3-058E-C684-F36D-6199A416AA07}"/>
          </ac:picMkLst>
        </pc:picChg>
      </pc:sldChg>
      <pc:sldChg chg="modSp add del mod">
        <pc:chgData name="Muhamad Noridham Nordin" userId="a639cc18-6b65-48a2-b638-0c64e5db0a61" providerId="ADAL" clId="{DDC8CFBC-A8E0-4A11-8C89-89BB8B37E8A6}" dt="2026-02-01T14:01:20.444" v="1670" actId="47"/>
        <pc:sldMkLst>
          <pc:docMk/>
          <pc:sldMk cId="4155387901" sldId="340"/>
        </pc:sldMkLst>
        <pc:spChg chg="mod">
          <ac:chgData name="Muhamad Noridham Nordin" userId="a639cc18-6b65-48a2-b638-0c64e5db0a61" providerId="ADAL" clId="{DDC8CFBC-A8E0-4A11-8C89-89BB8B37E8A6}" dt="2026-01-31T00:06:26.334" v="823" actId="113"/>
          <ac:spMkLst>
            <pc:docMk/>
            <pc:sldMk cId="4155387901" sldId="340"/>
            <ac:spMk id="2" creationId="{60948E69-4E27-F3C7-2960-4F0FCB76F350}"/>
          </ac:spMkLst>
        </pc:spChg>
        <pc:spChg chg="mod">
          <ac:chgData name="Muhamad Noridham Nordin" userId="a639cc18-6b65-48a2-b638-0c64e5db0a61" providerId="ADAL" clId="{DDC8CFBC-A8E0-4A11-8C89-89BB8B37E8A6}" dt="2026-01-31T00:07:16.016" v="839" actId="123"/>
          <ac:spMkLst>
            <pc:docMk/>
            <pc:sldMk cId="4155387901" sldId="340"/>
            <ac:spMk id="3" creationId="{FBA82AC4-786F-A566-848C-321D0F37362D}"/>
          </ac:spMkLst>
        </pc:spChg>
      </pc:sldChg>
      <pc:sldChg chg="addSp delSp modSp add del mod">
        <pc:chgData name="Muhamad Noridham Nordin" userId="a639cc18-6b65-48a2-b638-0c64e5db0a61" providerId="ADAL" clId="{DDC8CFBC-A8E0-4A11-8C89-89BB8B37E8A6}" dt="2026-02-01T13:51:31.300" v="1456" actId="47"/>
        <pc:sldMkLst>
          <pc:docMk/>
          <pc:sldMk cId="2055705800" sldId="341"/>
        </pc:sldMkLst>
        <pc:spChg chg="mod">
          <ac:chgData name="Muhamad Noridham Nordin" userId="a639cc18-6b65-48a2-b638-0c64e5db0a61" providerId="ADAL" clId="{DDC8CFBC-A8E0-4A11-8C89-89BB8B37E8A6}" dt="2026-01-31T00:07:31.719" v="841" actId="113"/>
          <ac:spMkLst>
            <pc:docMk/>
            <pc:sldMk cId="2055705800" sldId="341"/>
            <ac:spMk id="2" creationId="{BBD19AD1-D987-B9AE-7A76-CE362497CF77}"/>
          </ac:spMkLst>
        </pc:spChg>
        <pc:spChg chg="del">
          <ac:chgData name="Muhamad Noridham Nordin" userId="a639cc18-6b65-48a2-b638-0c64e5db0a61" providerId="ADAL" clId="{DDC8CFBC-A8E0-4A11-8C89-89BB8B37E8A6}" dt="2026-01-31T00:07:55.176" v="842" actId="1032"/>
          <ac:spMkLst>
            <pc:docMk/>
            <pc:sldMk cId="2055705800" sldId="341"/>
            <ac:spMk id="3" creationId="{43018A99-CC46-5AB4-B2D9-3925F8388BE5}"/>
          </ac:spMkLst>
        </pc:spChg>
        <pc:graphicFrameChg chg="add mod modGraphic">
          <ac:chgData name="Muhamad Noridham Nordin" userId="a639cc18-6b65-48a2-b638-0c64e5db0a61" providerId="ADAL" clId="{DDC8CFBC-A8E0-4A11-8C89-89BB8B37E8A6}" dt="2026-01-31T00:10:41.551" v="877" actId="113"/>
          <ac:graphicFrameMkLst>
            <pc:docMk/>
            <pc:sldMk cId="2055705800" sldId="341"/>
            <ac:graphicFrameMk id="7" creationId="{2221C304-1740-A1BE-D933-5F7126D17C12}"/>
          </ac:graphicFrameMkLst>
        </pc:graphicFrameChg>
      </pc:sldChg>
      <pc:sldChg chg="addSp modSp add del mod">
        <pc:chgData name="Muhamad Noridham Nordin" userId="a639cc18-6b65-48a2-b638-0c64e5db0a61" providerId="ADAL" clId="{DDC8CFBC-A8E0-4A11-8C89-89BB8B37E8A6}" dt="2026-02-01T13:51:14.858" v="1448" actId="47"/>
        <pc:sldMkLst>
          <pc:docMk/>
          <pc:sldMk cId="3426466232" sldId="342"/>
        </pc:sldMkLst>
        <pc:spChg chg="mod">
          <ac:chgData name="Muhamad Noridham Nordin" userId="a639cc18-6b65-48a2-b638-0c64e5db0a61" providerId="ADAL" clId="{DDC8CFBC-A8E0-4A11-8C89-89BB8B37E8A6}" dt="2026-01-31T00:12:41.529" v="909" actId="113"/>
          <ac:spMkLst>
            <pc:docMk/>
            <pc:sldMk cId="3426466232" sldId="342"/>
            <ac:spMk id="2" creationId="{1CCAC06E-24CC-3AB4-02F8-1DECE3BC622F}"/>
          </ac:spMkLst>
        </pc:spChg>
        <pc:spChg chg="mod">
          <ac:chgData name="Muhamad Noridham Nordin" userId="a639cc18-6b65-48a2-b638-0c64e5db0a61" providerId="ADAL" clId="{DDC8CFBC-A8E0-4A11-8C89-89BB8B37E8A6}" dt="2026-01-31T00:12:16.524" v="900" actId="5793"/>
          <ac:spMkLst>
            <pc:docMk/>
            <pc:sldMk cId="3426466232" sldId="342"/>
            <ac:spMk id="3" creationId="{5702BF48-EB3D-2C2A-7D27-B4B0377A8D53}"/>
          </ac:spMkLst>
        </pc:spChg>
        <pc:spChg chg="add mod">
          <ac:chgData name="Muhamad Noridham Nordin" userId="a639cc18-6b65-48a2-b638-0c64e5db0a61" providerId="ADAL" clId="{DDC8CFBC-A8E0-4A11-8C89-89BB8B37E8A6}" dt="2026-01-31T00:12:35.988" v="908" actId="208"/>
          <ac:spMkLst>
            <pc:docMk/>
            <pc:sldMk cId="3426466232" sldId="342"/>
            <ac:spMk id="10" creationId="{2FD86F05-760F-D347-7A69-93AB7B443740}"/>
          </ac:spMkLst>
        </pc:spChg>
        <pc:picChg chg="add mod">
          <ac:chgData name="Muhamad Noridham Nordin" userId="a639cc18-6b65-48a2-b638-0c64e5db0a61" providerId="ADAL" clId="{DDC8CFBC-A8E0-4A11-8C89-89BB8B37E8A6}" dt="2026-01-31T00:12:28.290" v="903" actId="1076"/>
          <ac:picMkLst>
            <pc:docMk/>
            <pc:sldMk cId="3426466232" sldId="342"/>
            <ac:picMk id="8" creationId="{8AC25EE5-4BD1-C7C2-F81A-86318BC8D405}"/>
          </ac:picMkLst>
        </pc:picChg>
      </pc:sldChg>
      <pc:sldChg chg="addSp delSp modSp add del mod">
        <pc:chgData name="Muhamad Noridham Nordin" userId="a639cc18-6b65-48a2-b638-0c64e5db0a61" providerId="ADAL" clId="{DDC8CFBC-A8E0-4A11-8C89-89BB8B37E8A6}" dt="2026-02-01T13:51:15.622" v="1449" actId="47"/>
        <pc:sldMkLst>
          <pc:docMk/>
          <pc:sldMk cId="310718299" sldId="343"/>
        </pc:sldMkLst>
        <pc:spChg chg="mod">
          <ac:chgData name="Muhamad Noridham Nordin" userId="a639cc18-6b65-48a2-b638-0c64e5db0a61" providerId="ADAL" clId="{DDC8CFBC-A8E0-4A11-8C89-89BB8B37E8A6}" dt="2026-01-31T00:14:16.648" v="910"/>
          <ac:spMkLst>
            <pc:docMk/>
            <pc:sldMk cId="310718299" sldId="343"/>
            <ac:spMk id="2" creationId="{892CC055-DD1B-E9B2-D9B6-EDB42B14DF05}"/>
          </ac:spMkLst>
        </pc:spChg>
        <pc:spChg chg="mod">
          <ac:chgData name="Muhamad Noridham Nordin" userId="a639cc18-6b65-48a2-b638-0c64e5db0a61" providerId="ADAL" clId="{DDC8CFBC-A8E0-4A11-8C89-89BB8B37E8A6}" dt="2026-01-31T00:15:04.449" v="928" actId="113"/>
          <ac:spMkLst>
            <pc:docMk/>
            <pc:sldMk cId="310718299" sldId="343"/>
            <ac:spMk id="3" creationId="{DA246B8D-D60F-D2CE-1F6F-2C7EBA5F304C}"/>
          </ac:spMkLst>
        </pc:spChg>
        <pc:picChg chg="add del">
          <ac:chgData name="Muhamad Noridham Nordin" userId="a639cc18-6b65-48a2-b638-0c64e5db0a61" providerId="ADAL" clId="{DDC8CFBC-A8E0-4A11-8C89-89BB8B37E8A6}" dt="2026-01-31T00:14:45.948" v="921" actId="478"/>
          <ac:picMkLst>
            <pc:docMk/>
            <pc:sldMk cId="310718299" sldId="343"/>
            <ac:picMk id="8" creationId="{B4833110-42F4-65F6-6F51-A44FA579ACAC}"/>
          </ac:picMkLst>
        </pc:picChg>
        <pc:picChg chg="add mod">
          <ac:chgData name="Muhamad Noridham Nordin" userId="a639cc18-6b65-48a2-b638-0c64e5db0a61" providerId="ADAL" clId="{DDC8CFBC-A8E0-4A11-8C89-89BB8B37E8A6}" dt="2026-01-31T00:15:00.301" v="926" actId="1076"/>
          <ac:picMkLst>
            <pc:docMk/>
            <pc:sldMk cId="310718299" sldId="343"/>
            <ac:picMk id="10" creationId="{60DB9DFB-5FDD-B7DD-E88C-F46F438FF151}"/>
          </ac:picMkLst>
        </pc:picChg>
      </pc:sldChg>
      <pc:sldChg chg="addSp modSp add del mod">
        <pc:chgData name="Muhamad Noridham Nordin" userId="a639cc18-6b65-48a2-b638-0c64e5db0a61" providerId="ADAL" clId="{DDC8CFBC-A8E0-4A11-8C89-89BB8B37E8A6}" dt="2026-02-01T13:51:16.438" v="1450" actId="47"/>
        <pc:sldMkLst>
          <pc:docMk/>
          <pc:sldMk cId="2312092657" sldId="344"/>
        </pc:sldMkLst>
        <pc:spChg chg="mod">
          <ac:chgData name="Muhamad Noridham Nordin" userId="a639cc18-6b65-48a2-b638-0c64e5db0a61" providerId="ADAL" clId="{DDC8CFBC-A8E0-4A11-8C89-89BB8B37E8A6}" dt="2026-01-31T00:15:20.954" v="929"/>
          <ac:spMkLst>
            <pc:docMk/>
            <pc:sldMk cId="2312092657" sldId="344"/>
            <ac:spMk id="2" creationId="{B7958473-5190-6ACD-3A8F-5900C74F101C}"/>
          </ac:spMkLst>
        </pc:spChg>
        <pc:spChg chg="mod">
          <ac:chgData name="Muhamad Noridham Nordin" userId="a639cc18-6b65-48a2-b638-0c64e5db0a61" providerId="ADAL" clId="{DDC8CFBC-A8E0-4A11-8C89-89BB8B37E8A6}" dt="2026-01-31T00:15:33.854" v="934" actId="113"/>
          <ac:spMkLst>
            <pc:docMk/>
            <pc:sldMk cId="2312092657" sldId="344"/>
            <ac:spMk id="3" creationId="{F11FB02F-E9C3-B0AC-6D15-1A2C3340C21F}"/>
          </ac:spMkLst>
        </pc:spChg>
        <pc:picChg chg="add mod">
          <ac:chgData name="Muhamad Noridham Nordin" userId="a639cc18-6b65-48a2-b638-0c64e5db0a61" providerId="ADAL" clId="{DDC8CFBC-A8E0-4A11-8C89-89BB8B37E8A6}" dt="2026-01-31T00:15:42.110" v="936" actId="1076"/>
          <ac:picMkLst>
            <pc:docMk/>
            <pc:sldMk cId="2312092657" sldId="344"/>
            <ac:picMk id="8" creationId="{BF8E20F6-0AB9-3BD1-54BC-4C36CC76A533}"/>
          </ac:picMkLst>
        </pc:picChg>
      </pc:sldChg>
      <pc:sldChg chg="modSp add del mod">
        <pc:chgData name="Muhamad Noridham Nordin" userId="a639cc18-6b65-48a2-b638-0c64e5db0a61" providerId="ADAL" clId="{DDC8CFBC-A8E0-4A11-8C89-89BB8B37E8A6}" dt="2026-02-01T13:51:18.170" v="1451" actId="47"/>
        <pc:sldMkLst>
          <pc:docMk/>
          <pc:sldMk cId="2394561284" sldId="345"/>
        </pc:sldMkLst>
        <pc:spChg chg="mod">
          <ac:chgData name="Muhamad Noridham Nordin" userId="a639cc18-6b65-48a2-b638-0c64e5db0a61" providerId="ADAL" clId="{DDC8CFBC-A8E0-4A11-8C89-89BB8B37E8A6}" dt="2026-01-31T00:21:44.478" v="970" actId="113"/>
          <ac:spMkLst>
            <pc:docMk/>
            <pc:sldMk cId="2394561284" sldId="345"/>
            <ac:spMk id="2" creationId="{C953D26F-666C-6B72-286D-F51599107A2A}"/>
          </ac:spMkLst>
        </pc:spChg>
        <pc:spChg chg="mod">
          <ac:chgData name="Muhamad Noridham Nordin" userId="a639cc18-6b65-48a2-b638-0c64e5db0a61" providerId="ADAL" clId="{DDC8CFBC-A8E0-4A11-8C89-89BB8B37E8A6}" dt="2026-01-31T00:17:11.670" v="969" actId="255"/>
          <ac:spMkLst>
            <pc:docMk/>
            <pc:sldMk cId="2394561284" sldId="345"/>
            <ac:spMk id="3" creationId="{69F7F6FE-E4D5-A2BD-7C42-F9BC2004D178}"/>
          </ac:spMkLst>
        </pc:spChg>
      </pc:sldChg>
      <pc:sldChg chg="addSp modSp add del mod">
        <pc:chgData name="Muhamad Noridham Nordin" userId="a639cc18-6b65-48a2-b638-0c64e5db0a61" providerId="ADAL" clId="{DDC8CFBC-A8E0-4A11-8C89-89BB8B37E8A6}" dt="2026-02-01T14:01:14.491" v="1668" actId="47"/>
        <pc:sldMkLst>
          <pc:docMk/>
          <pc:sldMk cId="3472269154" sldId="346"/>
        </pc:sldMkLst>
        <pc:spChg chg="mod">
          <ac:chgData name="Muhamad Noridham Nordin" userId="a639cc18-6b65-48a2-b638-0c64e5db0a61" providerId="ADAL" clId="{DDC8CFBC-A8E0-4A11-8C89-89BB8B37E8A6}" dt="2026-01-31T00:21:58.048" v="971"/>
          <ac:spMkLst>
            <pc:docMk/>
            <pc:sldMk cId="3472269154" sldId="346"/>
            <ac:spMk id="2" creationId="{27CB911F-06AF-DA44-E11B-2BF2C8731551}"/>
          </ac:spMkLst>
        </pc:spChg>
        <pc:spChg chg="mod">
          <ac:chgData name="Muhamad Noridham Nordin" userId="a639cc18-6b65-48a2-b638-0c64e5db0a61" providerId="ADAL" clId="{DDC8CFBC-A8E0-4A11-8C89-89BB8B37E8A6}" dt="2026-01-31T00:23:08.708" v="996"/>
          <ac:spMkLst>
            <pc:docMk/>
            <pc:sldMk cId="3472269154" sldId="346"/>
            <ac:spMk id="3" creationId="{DE927AF1-6C35-0A58-0A3B-FA4F462D4B5D}"/>
          </ac:spMkLst>
        </pc:spChg>
        <pc:spChg chg="add mod">
          <ac:chgData name="Muhamad Noridham Nordin" userId="a639cc18-6b65-48a2-b638-0c64e5db0a61" providerId="ADAL" clId="{DDC8CFBC-A8E0-4A11-8C89-89BB8B37E8A6}" dt="2026-01-31T00:23:58.583" v="1001" actId="1076"/>
          <ac:spMkLst>
            <pc:docMk/>
            <pc:sldMk cId="3472269154" sldId="346"/>
            <ac:spMk id="10" creationId="{4FD33579-9848-1FE1-610E-EAADC0A5FDE6}"/>
          </ac:spMkLst>
        </pc:spChg>
        <pc:spChg chg="add mod">
          <ac:chgData name="Muhamad Noridham Nordin" userId="a639cc18-6b65-48a2-b638-0c64e5db0a61" providerId="ADAL" clId="{DDC8CFBC-A8E0-4A11-8C89-89BB8B37E8A6}" dt="2026-01-31T00:24:45.998" v="1009" actId="207"/>
          <ac:spMkLst>
            <pc:docMk/>
            <pc:sldMk cId="3472269154" sldId="346"/>
            <ac:spMk id="14" creationId="{BC270798-4E9E-5675-1CA5-316EFA8B2919}"/>
          </ac:spMkLst>
        </pc:spChg>
        <pc:picChg chg="add mod">
          <ac:chgData name="Muhamad Noridham Nordin" userId="a639cc18-6b65-48a2-b638-0c64e5db0a61" providerId="ADAL" clId="{DDC8CFBC-A8E0-4A11-8C89-89BB8B37E8A6}" dt="2026-01-31T00:23:46.104" v="999" actId="14100"/>
          <ac:picMkLst>
            <pc:docMk/>
            <pc:sldMk cId="3472269154" sldId="346"/>
            <ac:picMk id="8" creationId="{58D3BD49-ED3E-36C1-36AE-B96562AD1C0C}"/>
          </ac:picMkLst>
        </pc:picChg>
        <pc:picChg chg="add mod">
          <ac:chgData name="Muhamad Noridham Nordin" userId="a639cc18-6b65-48a2-b638-0c64e5db0a61" providerId="ADAL" clId="{DDC8CFBC-A8E0-4A11-8C89-89BB8B37E8A6}" dt="2026-01-31T00:24:15.230" v="1004" actId="14100"/>
          <ac:picMkLst>
            <pc:docMk/>
            <pc:sldMk cId="3472269154" sldId="346"/>
            <ac:picMk id="12" creationId="{FFE63E47-85D5-7339-0E1B-06486479153F}"/>
          </ac:picMkLst>
        </pc:picChg>
      </pc:sldChg>
      <pc:sldChg chg="addSp delSp modSp add mod">
        <pc:chgData name="Muhamad Noridham Nordin" userId="a639cc18-6b65-48a2-b638-0c64e5db0a61" providerId="ADAL" clId="{DDC8CFBC-A8E0-4A11-8C89-89BB8B37E8A6}" dt="2026-02-01T14:50:33.384" v="1683"/>
        <pc:sldMkLst>
          <pc:docMk/>
          <pc:sldMk cId="2559330928" sldId="347"/>
        </pc:sldMkLst>
        <pc:spChg chg="mod">
          <ac:chgData name="Muhamad Noridham Nordin" userId="a639cc18-6b65-48a2-b638-0c64e5db0a61" providerId="ADAL" clId="{DDC8CFBC-A8E0-4A11-8C89-89BB8B37E8A6}" dt="2026-02-01T14:50:33.384" v="1683"/>
          <ac:spMkLst>
            <pc:docMk/>
            <pc:sldMk cId="2559330928" sldId="347"/>
            <ac:spMk id="2" creationId="{74654DFF-566A-4E44-CF2F-F69D4DAFA5E4}"/>
          </ac:spMkLst>
        </pc:spChg>
        <pc:spChg chg="del">
          <ac:chgData name="Muhamad Noridham Nordin" userId="a639cc18-6b65-48a2-b638-0c64e5db0a61" providerId="ADAL" clId="{DDC8CFBC-A8E0-4A11-8C89-89BB8B37E8A6}" dt="2026-02-01T14:50:27.796" v="1682" actId="478"/>
          <ac:spMkLst>
            <pc:docMk/>
            <pc:sldMk cId="2559330928" sldId="347"/>
            <ac:spMk id="3" creationId="{FD1FB279-7727-0643-F590-837E3CDE8E95}"/>
          </ac:spMkLst>
        </pc:spChg>
        <pc:spChg chg="add mod">
          <ac:chgData name="Muhamad Noridham Nordin" userId="a639cc18-6b65-48a2-b638-0c64e5db0a61" providerId="ADAL" clId="{DDC8CFBC-A8E0-4A11-8C89-89BB8B37E8A6}" dt="2026-02-01T14:50:25.976" v="1681" actId="1076"/>
          <ac:spMkLst>
            <pc:docMk/>
            <pc:sldMk cId="2559330928" sldId="347"/>
            <ac:spMk id="7" creationId="{6E0E15A4-4B70-DE7E-DE25-CFA6E291D793}"/>
          </ac:spMkLst>
        </pc:spChg>
        <pc:picChg chg="add mod">
          <ac:chgData name="Muhamad Noridham Nordin" userId="a639cc18-6b65-48a2-b638-0c64e5db0a61" providerId="ADAL" clId="{DDC8CFBC-A8E0-4A11-8C89-89BB8B37E8A6}" dt="2026-02-01T14:50:25.976" v="1681" actId="1076"/>
          <ac:picMkLst>
            <pc:docMk/>
            <pc:sldMk cId="2559330928" sldId="347"/>
            <ac:picMk id="8" creationId="{2E6E4A4C-4C60-ED64-A982-B9205B717E11}"/>
          </ac:picMkLst>
        </pc:picChg>
      </pc:sldChg>
      <pc:sldChg chg="addSp modSp add mod">
        <pc:chgData name="Muhamad Noridham Nordin" userId="a639cc18-6b65-48a2-b638-0c64e5db0a61" providerId="ADAL" clId="{DDC8CFBC-A8E0-4A11-8C89-89BB8B37E8A6}" dt="2026-02-01T15:10:55.593" v="1689"/>
        <pc:sldMkLst>
          <pc:docMk/>
          <pc:sldMk cId="222317614" sldId="348"/>
        </pc:sldMkLst>
        <pc:spChg chg="mod">
          <ac:chgData name="Muhamad Noridham Nordin" userId="a639cc18-6b65-48a2-b638-0c64e5db0a61" providerId="ADAL" clId="{DDC8CFBC-A8E0-4A11-8C89-89BB8B37E8A6}" dt="2026-02-01T15:10:55.593" v="1689"/>
          <ac:spMkLst>
            <pc:docMk/>
            <pc:sldMk cId="222317614" sldId="348"/>
            <ac:spMk id="2" creationId="{720E2F83-E64A-ABA3-898C-46FCB2E47433}"/>
          </ac:spMkLst>
        </pc:spChg>
        <pc:spChg chg="mod">
          <ac:chgData name="Muhamad Noridham Nordin" userId="a639cc18-6b65-48a2-b638-0c64e5db0a61" providerId="ADAL" clId="{DDC8CFBC-A8E0-4A11-8C89-89BB8B37E8A6}" dt="2026-02-01T15:10:46.709" v="1686" actId="5793"/>
          <ac:spMkLst>
            <pc:docMk/>
            <pc:sldMk cId="222317614" sldId="348"/>
            <ac:spMk id="3" creationId="{222F0649-7ABE-D6DE-E77B-B9B5277D676C}"/>
          </ac:spMkLst>
        </pc:spChg>
        <pc:picChg chg="add mod">
          <ac:chgData name="Muhamad Noridham Nordin" userId="a639cc18-6b65-48a2-b638-0c64e5db0a61" providerId="ADAL" clId="{DDC8CFBC-A8E0-4A11-8C89-89BB8B37E8A6}" dt="2026-02-01T15:10:51.894" v="1688" actId="1076"/>
          <ac:picMkLst>
            <pc:docMk/>
            <pc:sldMk cId="222317614" sldId="348"/>
            <ac:picMk id="7" creationId="{C74917C7-5860-47ED-7F43-7B0EE1BD3FB7}"/>
          </ac:picMkLst>
        </pc:picChg>
      </pc:sldChg>
      <pc:sldChg chg="modSp add mod">
        <pc:chgData name="Muhamad Noridham Nordin" userId="a639cc18-6b65-48a2-b638-0c64e5db0a61" providerId="ADAL" clId="{DDC8CFBC-A8E0-4A11-8C89-89BB8B37E8A6}" dt="2026-02-01T15:12:38.971" v="1712" actId="5793"/>
        <pc:sldMkLst>
          <pc:docMk/>
          <pc:sldMk cId="2024968583" sldId="349"/>
        </pc:sldMkLst>
        <pc:spChg chg="mod">
          <ac:chgData name="Muhamad Noridham Nordin" userId="a639cc18-6b65-48a2-b638-0c64e5db0a61" providerId="ADAL" clId="{DDC8CFBC-A8E0-4A11-8C89-89BB8B37E8A6}" dt="2026-02-01T15:12:35.687" v="1711"/>
          <ac:spMkLst>
            <pc:docMk/>
            <pc:sldMk cId="2024968583" sldId="349"/>
            <ac:spMk id="2" creationId="{AB46096B-D945-FAB7-ACC2-1380B2910185}"/>
          </ac:spMkLst>
        </pc:spChg>
        <pc:spChg chg="mod">
          <ac:chgData name="Muhamad Noridham Nordin" userId="a639cc18-6b65-48a2-b638-0c64e5db0a61" providerId="ADAL" clId="{DDC8CFBC-A8E0-4A11-8C89-89BB8B37E8A6}" dt="2026-02-01T15:12:38.971" v="1712" actId="5793"/>
          <ac:spMkLst>
            <pc:docMk/>
            <pc:sldMk cId="2024968583" sldId="349"/>
            <ac:spMk id="3" creationId="{0DF6DFE7-80E6-643A-5C73-FBF14B788B1C}"/>
          </ac:spMkLst>
        </pc:spChg>
      </pc:sldChg>
      <pc:sldChg chg="modSp add del">
        <pc:chgData name="Muhamad Noridham Nordin" userId="a639cc18-6b65-48a2-b638-0c64e5db0a61" providerId="ADAL" clId="{DDC8CFBC-A8E0-4A11-8C89-89BB8B37E8A6}" dt="2026-02-01T14:01:09.330" v="1665" actId="47"/>
        <pc:sldMkLst>
          <pc:docMk/>
          <pc:sldMk cId="1902465141" sldId="350"/>
        </pc:sldMkLst>
      </pc:sldChg>
      <pc:sldChg chg="modSp add del">
        <pc:chgData name="Muhamad Noridham Nordin" userId="a639cc18-6b65-48a2-b638-0c64e5db0a61" providerId="ADAL" clId="{DDC8CFBC-A8E0-4A11-8C89-89BB8B37E8A6}" dt="2026-02-01T14:01:11.837" v="1666" actId="47"/>
        <pc:sldMkLst>
          <pc:docMk/>
          <pc:sldMk cId="3566763585" sldId="351"/>
        </pc:sldMkLst>
      </pc:sldChg>
      <pc:sldChg chg="modSp add del">
        <pc:chgData name="Muhamad Noridham Nordin" userId="a639cc18-6b65-48a2-b638-0c64e5db0a61" providerId="ADAL" clId="{DDC8CFBC-A8E0-4A11-8C89-89BB8B37E8A6}" dt="2026-02-01T14:01:19.657" v="1669" actId="47"/>
        <pc:sldMkLst>
          <pc:docMk/>
          <pc:sldMk cId="4200402175" sldId="352"/>
        </pc:sldMkLst>
      </pc:sldChg>
      <pc:sldChg chg="add del">
        <pc:chgData name="Muhamad Noridham Nordin" userId="a639cc18-6b65-48a2-b638-0c64e5db0a61" providerId="ADAL" clId="{DDC8CFBC-A8E0-4A11-8C89-89BB8B37E8A6}" dt="2026-02-01T14:01:13.486" v="1667" actId="47"/>
        <pc:sldMkLst>
          <pc:docMk/>
          <pc:sldMk cId="1438936840" sldId="353"/>
        </pc:sldMkLst>
      </pc:sldChg>
      <pc:sldChg chg="add del">
        <pc:chgData name="Muhamad Noridham Nordin" userId="a639cc18-6b65-48a2-b638-0c64e5db0a61" providerId="ADAL" clId="{DDC8CFBC-A8E0-4A11-8C89-89BB8B37E8A6}" dt="2026-02-01T12:25:41.620" v="1014" actId="47"/>
        <pc:sldMkLst>
          <pc:docMk/>
          <pc:sldMk cId="3815885215" sldId="6970"/>
        </pc:sldMkLst>
      </pc:sldChg>
      <pc:sldChg chg="addSp modSp new mod">
        <pc:chgData name="Muhamad Noridham Nordin" userId="a639cc18-6b65-48a2-b638-0c64e5db0a61" providerId="ADAL" clId="{DDC8CFBC-A8E0-4A11-8C89-89BB8B37E8A6}" dt="2026-02-01T12:26:42.655" v="1029" actId="1076"/>
        <pc:sldMkLst>
          <pc:docMk/>
          <pc:sldMk cId="2325676466" sldId="6971"/>
        </pc:sldMkLst>
        <pc:spChg chg="mod">
          <ac:chgData name="Muhamad Noridham Nordin" userId="a639cc18-6b65-48a2-b638-0c64e5db0a61" providerId="ADAL" clId="{DDC8CFBC-A8E0-4A11-8C89-89BB8B37E8A6}" dt="2026-02-01T12:25:59.733" v="1019"/>
          <ac:spMkLst>
            <pc:docMk/>
            <pc:sldMk cId="2325676466" sldId="6971"/>
            <ac:spMk id="2" creationId="{DF3D9295-48BD-4E78-EC9E-BC1C4194590C}"/>
          </ac:spMkLst>
        </pc:spChg>
        <pc:spChg chg="mod">
          <ac:chgData name="Muhamad Noridham Nordin" userId="a639cc18-6b65-48a2-b638-0c64e5db0a61" providerId="ADAL" clId="{DDC8CFBC-A8E0-4A11-8C89-89BB8B37E8A6}" dt="2026-02-01T12:26:29.659" v="1025" actId="404"/>
          <ac:spMkLst>
            <pc:docMk/>
            <pc:sldMk cId="2325676466" sldId="6971"/>
            <ac:spMk id="3" creationId="{A370BBE5-D662-B593-2AEE-D62E57B2FBCD}"/>
          </ac:spMkLst>
        </pc:spChg>
        <pc:picChg chg="add mod">
          <ac:chgData name="Muhamad Noridham Nordin" userId="a639cc18-6b65-48a2-b638-0c64e5db0a61" providerId="ADAL" clId="{DDC8CFBC-A8E0-4A11-8C89-89BB8B37E8A6}" dt="2026-02-01T12:26:42.655" v="1029" actId="1076"/>
          <ac:picMkLst>
            <pc:docMk/>
            <pc:sldMk cId="2325676466" sldId="6971"/>
            <ac:picMk id="7" creationId="{AAB8E6F7-2CB2-54DE-AEE2-204001046A1C}"/>
          </ac:picMkLst>
        </pc:picChg>
      </pc:sldChg>
      <pc:sldChg chg="addSp delSp modSp new">
        <pc:chgData name="Muhamad Noridham Nordin" userId="a639cc18-6b65-48a2-b638-0c64e5db0a61" providerId="ADAL" clId="{DDC8CFBC-A8E0-4A11-8C89-89BB8B37E8A6}" dt="2026-02-01T12:28:15.145" v="1032"/>
        <pc:sldMkLst>
          <pc:docMk/>
          <pc:sldMk cId="1094768586" sldId="6972"/>
        </pc:sldMkLst>
        <pc:spChg chg="mod">
          <ac:chgData name="Muhamad Noridham Nordin" userId="a639cc18-6b65-48a2-b638-0c64e5db0a61" providerId="ADAL" clId="{DDC8CFBC-A8E0-4A11-8C89-89BB8B37E8A6}" dt="2026-02-01T12:28:15.145" v="1032"/>
          <ac:spMkLst>
            <pc:docMk/>
            <pc:sldMk cId="1094768586" sldId="6972"/>
            <ac:spMk id="2" creationId="{16A54177-57E5-5556-8084-4F875EA97DDA}"/>
          </ac:spMkLst>
        </pc:spChg>
        <pc:spChg chg="del">
          <ac:chgData name="Muhamad Noridham Nordin" userId="a639cc18-6b65-48a2-b638-0c64e5db0a61" providerId="ADAL" clId="{DDC8CFBC-A8E0-4A11-8C89-89BB8B37E8A6}" dt="2026-02-01T12:28:07.654" v="1031"/>
          <ac:spMkLst>
            <pc:docMk/>
            <pc:sldMk cId="1094768586" sldId="6972"/>
            <ac:spMk id="3" creationId="{5FB090FC-8AB6-B2D2-008C-E86DC40CF29A}"/>
          </ac:spMkLst>
        </pc:spChg>
        <pc:picChg chg="add mod">
          <ac:chgData name="Muhamad Noridham Nordin" userId="a639cc18-6b65-48a2-b638-0c64e5db0a61" providerId="ADAL" clId="{DDC8CFBC-A8E0-4A11-8C89-89BB8B37E8A6}" dt="2026-02-01T12:28:07.654" v="1031"/>
          <ac:picMkLst>
            <pc:docMk/>
            <pc:sldMk cId="1094768586" sldId="6972"/>
            <ac:picMk id="7" creationId="{0D732A97-D546-3E05-4011-1FEE3C5FB558}"/>
          </ac:picMkLst>
        </pc:picChg>
      </pc:sldChg>
      <pc:sldChg chg="addSp delSp modSp new mod">
        <pc:chgData name="Muhamad Noridham Nordin" userId="a639cc18-6b65-48a2-b638-0c64e5db0a61" providerId="ADAL" clId="{DDC8CFBC-A8E0-4A11-8C89-89BB8B37E8A6}" dt="2026-02-01T12:31:16.315" v="1038"/>
        <pc:sldMkLst>
          <pc:docMk/>
          <pc:sldMk cId="838882224" sldId="6973"/>
        </pc:sldMkLst>
        <pc:spChg chg="mod">
          <ac:chgData name="Muhamad Noridham Nordin" userId="a639cc18-6b65-48a2-b638-0c64e5db0a61" providerId="ADAL" clId="{DDC8CFBC-A8E0-4A11-8C89-89BB8B37E8A6}" dt="2026-02-01T12:31:10.224" v="1037"/>
          <ac:spMkLst>
            <pc:docMk/>
            <pc:sldMk cId="838882224" sldId="6973"/>
            <ac:spMk id="2" creationId="{DB7AF822-2A96-06DA-22D4-BE5A658CD5D1}"/>
          </ac:spMkLst>
        </pc:spChg>
        <pc:spChg chg="del">
          <ac:chgData name="Muhamad Noridham Nordin" userId="a639cc18-6b65-48a2-b638-0c64e5db0a61" providerId="ADAL" clId="{DDC8CFBC-A8E0-4A11-8C89-89BB8B37E8A6}" dt="2026-02-01T12:31:16.315" v="1038"/>
          <ac:spMkLst>
            <pc:docMk/>
            <pc:sldMk cId="838882224" sldId="6973"/>
            <ac:spMk id="3" creationId="{CD7F65B1-1DAA-83C1-AD97-9F7EF9129A20}"/>
          </ac:spMkLst>
        </pc:spChg>
        <pc:picChg chg="add mod">
          <ac:chgData name="Muhamad Noridham Nordin" userId="a639cc18-6b65-48a2-b638-0c64e5db0a61" providerId="ADAL" clId="{DDC8CFBC-A8E0-4A11-8C89-89BB8B37E8A6}" dt="2026-02-01T12:31:16.315" v="1038"/>
          <ac:picMkLst>
            <pc:docMk/>
            <pc:sldMk cId="838882224" sldId="6973"/>
            <ac:picMk id="7" creationId="{BC9B61A2-7E9D-565D-8C42-5834CCC49758}"/>
          </ac:picMkLst>
        </pc:picChg>
      </pc:sldChg>
      <pc:sldChg chg="modSp new mod ord">
        <pc:chgData name="Muhamad Noridham Nordin" userId="a639cc18-6b65-48a2-b638-0c64e5db0a61" providerId="ADAL" clId="{DDC8CFBC-A8E0-4A11-8C89-89BB8B37E8A6}" dt="2026-02-01T12:33:18.260" v="1053" actId="20577"/>
        <pc:sldMkLst>
          <pc:docMk/>
          <pc:sldMk cId="3756475175" sldId="6974"/>
        </pc:sldMkLst>
        <pc:spChg chg="mod">
          <ac:chgData name="Muhamad Noridham Nordin" userId="a639cc18-6b65-48a2-b638-0c64e5db0a61" providerId="ADAL" clId="{DDC8CFBC-A8E0-4A11-8C89-89BB8B37E8A6}" dt="2026-02-01T12:33:03.757" v="1043" actId="27636"/>
          <ac:spMkLst>
            <pc:docMk/>
            <pc:sldMk cId="3756475175" sldId="6974"/>
            <ac:spMk id="2" creationId="{8A173F30-78BC-5C26-207E-C6B54FDF2772}"/>
          </ac:spMkLst>
        </pc:spChg>
        <pc:spChg chg="mod">
          <ac:chgData name="Muhamad Noridham Nordin" userId="a639cc18-6b65-48a2-b638-0c64e5db0a61" providerId="ADAL" clId="{DDC8CFBC-A8E0-4A11-8C89-89BB8B37E8A6}" dt="2026-02-01T12:33:18.260" v="1053" actId="20577"/>
          <ac:spMkLst>
            <pc:docMk/>
            <pc:sldMk cId="3756475175" sldId="6974"/>
            <ac:spMk id="3" creationId="{9C88C437-02A8-0F1B-13C2-06BDC62C5158}"/>
          </ac:spMkLst>
        </pc:spChg>
      </pc:sldChg>
      <pc:sldChg chg="addSp modSp new mod">
        <pc:chgData name="Muhamad Noridham Nordin" userId="a639cc18-6b65-48a2-b638-0c64e5db0a61" providerId="ADAL" clId="{DDC8CFBC-A8E0-4A11-8C89-89BB8B37E8A6}" dt="2026-02-01T12:34:10.096" v="1062" actId="14100"/>
        <pc:sldMkLst>
          <pc:docMk/>
          <pc:sldMk cId="1868666651" sldId="6975"/>
        </pc:sldMkLst>
        <pc:spChg chg="mod">
          <ac:chgData name="Muhamad Noridham Nordin" userId="a639cc18-6b65-48a2-b638-0c64e5db0a61" providerId="ADAL" clId="{DDC8CFBC-A8E0-4A11-8C89-89BB8B37E8A6}" dt="2026-02-01T12:33:43.705" v="1056" actId="27636"/>
          <ac:spMkLst>
            <pc:docMk/>
            <pc:sldMk cId="1868666651" sldId="6975"/>
            <ac:spMk id="2" creationId="{F288699E-D789-2285-12B1-B4BF968CFF76}"/>
          </ac:spMkLst>
        </pc:spChg>
        <pc:spChg chg="mod">
          <ac:chgData name="Muhamad Noridham Nordin" userId="a639cc18-6b65-48a2-b638-0c64e5db0a61" providerId="ADAL" clId="{DDC8CFBC-A8E0-4A11-8C89-89BB8B37E8A6}" dt="2026-02-01T12:34:10.096" v="1062" actId="14100"/>
          <ac:spMkLst>
            <pc:docMk/>
            <pc:sldMk cId="1868666651" sldId="6975"/>
            <ac:spMk id="3" creationId="{4E49E050-8DAE-F39B-97D3-CC4E76DF3134}"/>
          </ac:spMkLst>
        </pc:spChg>
        <pc:picChg chg="add mod">
          <ac:chgData name="Muhamad Noridham Nordin" userId="a639cc18-6b65-48a2-b638-0c64e5db0a61" providerId="ADAL" clId="{DDC8CFBC-A8E0-4A11-8C89-89BB8B37E8A6}" dt="2026-02-01T12:34:05.129" v="1061" actId="1076"/>
          <ac:picMkLst>
            <pc:docMk/>
            <pc:sldMk cId="1868666651" sldId="6975"/>
            <ac:picMk id="7" creationId="{75FEC151-08A9-FEA6-BCA8-0BA571328014}"/>
          </ac:picMkLst>
        </pc:picChg>
      </pc:sldChg>
      <pc:sldChg chg="addSp modSp new mod">
        <pc:chgData name="Muhamad Noridham Nordin" userId="a639cc18-6b65-48a2-b638-0c64e5db0a61" providerId="ADAL" clId="{DDC8CFBC-A8E0-4A11-8C89-89BB8B37E8A6}" dt="2026-02-01T13:09:14.869" v="1080" actId="1076"/>
        <pc:sldMkLst>
          <pc:docMk/>
          <pc:sldMk cId="1643971326" sldId="6976"/>
        </pc:sldMkLst>
        <pc:spChg chg="mod">
          <ac:chgData name="Muhamad Noridham Nordin" userId="a639cc18-6b65-48a2-b638-0c64e5db0a61" providerId="ADAL" clId="{DDC8CFBC-A8E0-4A11-8C89-89BB8B37E8A6}" dt="2026-02-01T12:34:32.141" v="1076" actId="27636"/>
          <ac:spMkLst>
            <pc:docMk/>
            <pc:sldMk cId="1643971326" sldId="6976"/>
            <ac:spMk id="2" creationId="{09C13FC7-7F1A-E5CF-7BCF-2EF4B6BA0CAA}"/>
          </ac:spMkLst>
        </pc:spChg>
        <pc:spChg chg="mod">
          <ac:chgData name="Muhamad Noridham Nordin" userId="a639cc18-6b65-48a2-b638-0c64e5db0a61" providerId="ADAL" clId="{DDC8CFBC-A8E0-4A11-8C89-89BB8B37E8A6}" dt="2026-02-01T13:09:08.347" v="1078" actId="20577"/>
          <ac:spMkLst>
            <pc:docMk/>
            <pc:sldMk cId="1643971326" sldId="6976"/>
            <ac:spMk id="3" creationId="{F6E75F94-B340-8BB4-4B07-1886CD576C3E}"/>
          </ac:spMkLst>
        </pc:spChg>
        <pc:picChg chg="add mod">
          <ac:chgData name="Muhamad Noridham Nordin" userId="a639cc18-6b65-48a2-b638-0c64e5db0a61" providerId="ADAL" clId="{DDC8CFBC-A8E0-4A11-8C89-89BB8B37E8A6}" dt="2026-02-01T12:34:17.306" v="1064"/>
          <ac:picMkLst>
            <pc:docMk/>
            <pc:sldMk cId="1643971326" sldId="6976"/>
            <ac:picMk id="7" creationId="{4445F186-6BC1-9842-6B9C-58C2035241C6}"/>
          </ac:picMkLst>
        </pc:picChg>
        <pc:picChg chg="add mod">
          <ac:chgData name="Muhamad Noridham Nordin" userId="a639cc18-6b65-48a2-b638-0c64e5db0a61" providerId="ADAL" clId="{DDC8CFBC-A8E0-4A11-8C89-89BB8B37E8A6}" dt="2026-02-01T12:34:17.577" v="1065"/>
          <ac:picMkLst>
            <pc:docMk/>
            <pc:sldMk cId="1643971326" sldId="6976"/>
            <ac:picMk id="8" creationId="{06858F7C-7C60-FB80-20BF-152C0BA39920}"/>
          </ac:picMkLst>
        </pc:picChg>
        <pc:picChg chg="add mod">
          <ac:chgData name="Muhamad Noridham Nordin" userId="a639cc18-6b65-48a2-b638-0c64e5db0a61" providerId="ADAL" clId="{DDC8CFBC-A8E0-4A11-8C89-89BB8B37E8A6}" dt="2026-02-01T13:09:14.869" v="1080" actId="1076"/>
          <ac:picMkLst>
            <pc:docMk/>
            <pc:sldMk cId="1643971326" sldId="6976"/>
            <ac:picMk id="9" creationId="{A216672A-3B8C-EBFC-E652-99A070D2449E}"/>
          </ac:picMkLst>
        </pc:picChg>
      </pc:sldChg>
      <pc:sldChg chg="addSp modSp add mod">
        <pc:chgData name="Muhamad Noridham Nordin" userId="a639cc18-6b65-48a2-b638-0c64e5db0a61" providerId="ADAL" clId="{DDC8CFBC-A8E0-4A11-8C89-89BB8B37E8A6}" dt="2026-02-01T13:09:52.633" v="1085" actId="1076"/>
        <pc:sldMkLst>
          <pc:docMk/>
          <pc:sldMk cId="736537598" sldId="6977"/>
        </pc:sldMkLst>
        <pc:spChg chg="mod">
          <ac:chgData name="Muhamad Noridham Nordin" userId="a639cc18-6b65-48a2-b638-0c64e5db0a61" providerId="ADAL" clId="{DDC8CFBC-A8E0-4A11-8C89-89BB8B37E8A6}" dt="2026-02-01T13:09:45.235" v="1083" actId="27636"/>
          <ac:spMkLst>
            <pc:docMk/>
            <pc:sldMk cId="736537598" sldId="6977"/>
            <ac:spMk id="2" creationId="{0B175222-3442-A8DD-6375-48641FDABE7E}"/>
          </ac:spMkLst>
        </pc:spChg>
        <pc:spChg chg="mod">
          <ac:chgData name="Muhamad Noridham Nordin" userId="a639cc18-6b65-48a2-b638-0c64e5db0a61" providerId="ADAL" clId="{DDC8CFBC-A8E0-4A11-8C89-89BB8B37E8A6}" dt="2026-02-01T13:09:33.859" v="1081"/>
          <ac:spMkLst>
            <pc:docMk/>
            <pc:sldMk cId="736537598" sldId="6977"/>
            <ac:spMk id="3" creationId="{8671E959-CA59-3765-F432-87F9F288C4F8}"/>
          </ac:spMkLst>
        </pc:spChg>
        <pc:picChg chg="add mod">
          <ac:chgData name="Muhamad Noridham Nordin" userId="a639cc18-6b65-48a2-b638-0c64e5db0a61" providerId="ADAL" clId="{DDC8CFBC-A8E0-4A11-8C89-89BB8B37E8A6}" dt="2026-02-01T13:09:52.633" v="1085" actId="1076"/>
          <ac:picMkLst>
            <pc:docMk/>
            <pc:sldMk cId="736537598" sldId="6977"/>
            <ac:picMk id="7" creationId="{CDC6B835-9C84-36AA-C6FB-C4D107A4178C}"/>
          </ac:picMkLst>
        </pc:picChg>
      </pc:sldChg>
      <pc:sldChg chg="addSp modSp add mod">
        <pc:chgData name="Muhamad Noridham Nordin" userId="a639cc18-6b65-48a2-b638-0c64e5db0a61" providerId="ADAL" clId="{DDC8CFBC-A8E0-4A11-8C89-89BB8B37E8A6}" dt="2026-02-01T13:10:26.058" v="1091" actId="27636"/>
        <pc:sldMkLst>
          <pc:docMk/>
          <pc:sldMk cId="4031993742" sldId="6978"/>
        </pc:sldMkLst>
        <pc:spChg chg="mod">
          <ac:chgData name="Muhamad Noridham Nordin" userId="a639cc18-6b65-48a2-b638-0c64e5db0a61" providerId="ADAL" clId="{DDC8CFBC-A8E0-4A11-8C89-89BB8B37E8A6}" dt="2026-02-01T13:10:26.058" v="1091" actId="27636"/>
          <ac:spMkLst>
            <pc:docMk/>
            <pc:sldMk cId="4031993742" sldId="6978"/>
            <ac:spMk id="2" creationId="{D3A211DC-144B-080E-AE2A-7B337601CF7A}"/>
          </ac:spMkLst>
        </pc:spChg>
        <pc:spChg chg="mod">
          <ac:chgData name="Muhamad Noridham Nordin" userId="a639cc18-6b65-48a2-b638-0c64e5db0a61" providerId="ADAL" clId="{DDC8CFBC-A8E0-4A11-8C89-89BB8B37E8A6}" dt="2026-02-01T13:10:18.968" v="1089" actId="20577"/>
          <ac:spMkLst>
            <pc:docMk/>
            <pc:sldMk cId="4031993742" sldId="6978"/>
            <ac:spMk id="3" creationId="{23CA14F5-FA17-6263-78C4-88914C7F23B4}"/>
          </ac:spMkLst>
        </pc:spChg>
        <pc:picChg chg="add mod">
          <ac:chgData name="Muhamad Noridham Nordin" userId="a639cc18-6b65-48a2-b638-0c64e5db0a61" providerId="ADAL" clId="{DDC8CFBC-A8E0-4A11-8C89-89BB8B37E8A6}" dt="2026-02-01T13:10:08.528" v="1086"/>
          <ac:picMkLst>
            <pc:docMk/>
            <pc:sldMk cId="4031993742" sldId="6978"/>
            <ac:picMk id="7" creationId="{E802CD8C-1A57-31BF-C924-E9A7FBCAE1A0}"/>
          </ac:picMkLst>
        </pc:picChg>
      </pc:sldChg>
      <pc:sldChg chg="addSp modSp add mod">
        <pc:chgData name="Muhamad Noridham Nordin" userId="a639cc18-6b65-48a2-b638-0c64e5db0a61" providerId="ADAL" clId="{DDC8CFBC-A8E0-4A11-8C89-89BB8B37E8A6}" dt="2026-02-01T13:11:15.748" v="1106" actId="1076"/>
        <pc:sldMkLst>
          <pc:docMk/>
          <pc:sldMk cId="3846245897" sldId="6979"/>
        </pc:sldMkLst>
        <pc:spChg chg="mod">
          <ac:chgData name="Muhamad Noridham Nordin" userId="a639cc18-6b65-48a2-b638-0c64e5db0a61" providerId="ADAL" clId="{DDC8CFBC-A8E0-4A11-8C89-89BB8B37E8A6}" dt="2026-02-01T13:10:47.704" v="1093" actId="27636"/>
          <ac:spMkLst>
            <pc:docMk/>
            <pc:sldMk cId="3846245897" sldId="6979"/>
            <ac:spMk id="2" creationId="{B898CA7E-6D1F-DE38-2881-09CCFB46A5E1}"/>
          </ac:spMkLst>
        </pc:spChg>
        <pc:spChg chg="mod">
          <ac:chgData name="Muhamad Noridham Nordin" userId="a639cc18-6b65-48a2-b638-0c64e5db0a61" providerId="ADAL" clId="{DDC8CFBC-A8E0-4A11-8C89-89BB8B37E8A6}" dt="2026-02-01T13:11:06.707" v="1104" actId="27636"/>
          <ac:spMkLst>
            <pc:docMk/>
            <pc:sldMk cId="3846245897" sldId="6979"/>
            <ac:spMk id="3" creationId="{50C7D7E4-B50C-6E91-54DB-DB65FD0246D1}"/>
          </ac:spMkLst>
        </pc:spChg>
        <pc:picChg chg="add mod">
          <ac:chgData name="Muhamad Noridham Nordin" userId="a639cc18-6b65-48a2-b638-0c64e5db0a61" providerId="ADAL" clId="{DDC8CFBC-A8E0-4A11-8C89-89BB8B37E8A6}" dt="2026-02-01T13:11:15.748" v="1106" actId="1076"/>
          <ac:picMkLst>
            <pc:docMk/>
            <pc:sldMk cId="3846245897" sldId="6979"/>
            <ac:picMk id="7" creationId="{2987157C-AA61-E023-C987-E5DB9FC933F2}"/>
          </ac:picMkLst>
        </pc:picChg>
      </pc:sldChg>
      <pc:sldChg chg="addSp delSp modSp add mod">
        <pc:chgData name="Muhamad Noridham Nordin" userId="a639cc18-6b65-48a2-b638-0c64e5db0a61" providerId="ADAL" clId="{DDC8CFBC-A8E0-4A11-8C89-89BB8B37E8A6}" dt="2026-02-01T13:11:42.996" v="1118" actId="1038"/>
        <pc:sldMkLst>
          <pc:docMk/>
          <pc:sldMk cId="2291196686" sldId="6980"/>
        </pc:sldMkLst>
        <pc:spChg chg="mod">
          <ac:chgData name="Muhamad Noridham Nordin" userId="a639cc18-6b65-48a2-b638-0c64e5db0a61" providerId="ADAL" clId="{DDC8CFBC-A8E0-4A11-8C89-89BB8B37E8A6}" dt="2026-02-01T13:11:26.104" v="1108" actId="27636"/>
          <ac:spMkLst>
            <pc:docMk/>
            <pc:sldMk cId="2291196686" sldId="6980"/>
            <ac:spMk id="2" creationId="{54C88D7C-FE5D-3E25-B4E1-C560FCB4A82E}"/>
          </ac:spMkLst>
        </pc:spChg>
        <pc:spChg chg="del mod">
          <ac:chgData name="Muhamad Noridham Nordin" userId="a639cc18-6b65-48a2-b638-0c64e5db0a61" providerId="ADAL" clId="{DDC8CFBC-A8E0-4A11-8C89-89BB8B37E8A6}" dt="2026-02-01T13:11:34.273" v="1110" actId="478"/>
          <ac:spMkLst>
            <pc:docMk/>
            <pc:sldMk cId="2291196686" sldId="6980"/>
            <ac:spMk id="3" creationId="{6618A147-1145-6E5B-37CA-0A5F35658CAB}"/>
          </ac:spMkLst>
        </pc:spChg>
        <pc:spChg chg="add mod">
          <ac:chgData name="Muhamad Noridham Nordin" userId="a639cc18-6b65-48a2-b638-0c64e5db0a61" providerId="ADAL" clId="{DDC8CFBC-A8E0-4A11-8C89-89BB8B37E8A6}" dt="2026-02-01T13:11:42.996" v="1118" actId="1038"/>
          <ac:spMkLst>
            <pc:docMk/>
            <pc:sldMk cId="2291196686" sldId="6980"/>
            <ac:spMk id="7" creationId="{9F91A6F8-5FBD-FC56-AF90-2310139F9B19}"/>
          </ac:spMkLst>
        </pc:spChg>
        <pc:spChg chg="add mod">
          <ac:chgData name="Muhamad Noridham Nordin" userId="a639cc18-6b65-48a2-b638-0c64e5db0a61" providerId="ADAL" clId="{DDC8CFBC-A8E0-4A11-8C89-89BB8B37E8A6}" dt="2026-02-01T13:11:42.996" v="1118" actId="1038"/>
          <ac:spMkLst>
            <pc:docMk/>
            <pc:sldMk cId="2291196686" sldId="6980"/>
            <ac:spMk id="9" creationId="{46393AA1-2F1D-C5BD-BB65-239D5DFC7E46}"/>
          </ac:spMkLst>
        </pc:spChg>
        <pc:picChg chg="add mod">
          <ac:chgData name="Muhamad Noridham Nordin" userId="a639cc18-6b65-48a2-b638-0c64e5db0a61" providerId="ADAL" clId="{DDC8CFBC-A8E0-4A11-8C89-89BB8B37E8A6}" dt="2026-02-01T13:11:42.996" v="1118" actId="1038"/>
          <ac:picMkLst>
            <pc:docMk/>
            <pc:sldMk cId="2291196686" sldId="6980"/>
            <ac:picMk id="8" creationId="{9C127834-0971-115E-5E24-24BAB5D85E0F}"/>
          </ac:picMkLst>
        </pc:picChg>
      </pc:sldChg>
      <pc:sldChg chg="modSp add mod">
        <pc:chgData name="Muhamad Noridham Nordin" userId="a639cc18-6b65-48a2-b638-0c64e5db0a61" providerId="ADAL" clId="{DDC8CFBC-A8E0-4A11-8C89-89BB8B37E8A6}" dt="2026-02-01T13:12:00.081" v="1121"/>
        <pc:sldMkLst>
          <pc:docMk/>
          <pc:sldMk cId="1413993349" sldId="6981"/>
        </pc:sldMkLst>
        <pc:spChg chg="mod">
          <ac:chgData name="Muhamad Noridham Nordin" userId="a639cc18-6b65-48a2-b638-0c64e5db0a61" providerId="ADAL" clId="{DDC8CFBC-A8E0-4A11-8C89-89BB8B37E8A6}" dt="2026-02-01T13:11:55.408" v="1120" actId="27636"/>
          <ac:spMkLst>
            <pc:docMk/>
            <pc:sldMk cId="1413993349" sldId="6981"/>
            <ac:spMk id="2" creationId="{0F9D6CFD-BA2B-C60D-378F-269BCE57546D}"/>
          </ac:spMkLst>
        </pc:spChg>
        <pc:spChg chg="mod">
          <ac:chgData name="Muhamad Noridham Nordin" userId="a639cc18-6b65-48a2-b638-0c64e5db0a61" providerId="ADAL" clId="{DDC8CFBC-A8E0-4A11-8C89-89BB8B37E8A6}" dt="2026-02-01T13:12:00.081" v="1121"/>
          <ac:spMkLst>
            <pc:docMk/>
            <pc:sldMk cId="1413993349" sldId="6981"/>
            <ac:spMk id="3" creationId="{C14139CA-26D0-0CB8-3BFD-C55193FEACC9}"/>
          </ac:spMkLst>
        </pc:spChg>
      </pc:sldChg>
      <pc:sldChg chg="addSp modSp add mod">
        <pc:chgData name="Muhamad Noridham Nordin" userId="a639cc18-6b65-48a2-b638-0c64e5db0a61" providerId="ADAL" clId="{DDC8CFBC-A8E0-4A11-8C89-89BB8B37E8A6}" dt="2026-02-01T13:12:29.612" v="1126" actId="1076"/>
        <pc:sldMkLst>
          <pc:docMk/>
          <pc:sldMk cId="3647007681" sldId="6982"/>
        </pc:sldMkLst>
        <pc:spChg chg="mod">
          <ac:chgData name="Muhamad Noridham Nordin" userId="a639cc18-6b65-48a2-b638-0c64e5db0a61" providerId="ADAL" clId="{DDC8CFBC-A8E0-4A11-8C89-89BB8B37E8A6}" dt="2026-02-01T13:12:13.185" v="1123" actId="27636"/>
          <ac:spMkLst>
            <pc:docMk/>
            <pc:sldMk cId="3647007681" sldId="6982"/>
            <ac:spMk id="2" creationId="{3461DF5D-4415-045D-FB77-FA95B31A1B80}"/>
          </ac:spMkLst>
        </pc:spChg>
        <pc:spChg chg="mod">
          <ac:chgData name="Muhamad Noridham Nordin" userId="a639cc18-6b65-48a2-b638-0c64e5db0a61" providerId="ADAL" clId="{DDC8CFBC-A8E0-4A11-8C89-89BB8B37E8A6}" dt="2026-02-01T13:12:17.416" v="1124"/>
          <ac:spMkLst>
            <pc:docMk/>
            <pc:sldMk cId="3647007681" sldId="6982"/>
            <ac:spMk id="3" creationId="{FB46DE14-680B-858C-6E88-6F32DD275B10}"/>
          </ac:spMkLst>
        </pc:spChg>
        <pc:picChg chg="add mod">
          <ac:chgData name="Muhamad Noridham Nordin" userId="a639cc18-6b65-48a2-b638-0c64e5db0a61" providerId="ADAL" clId="{DDC8CFBC-A8E0-4A11-8C89-89BB8B37E8A6}" dt="2026-02-01T13:12:29.612" v="1126" actId="1076"/>
          <ac:picMkLst>
            <pc:docMk/>
            <pc:sldMk cId="3647007681" sldId="6982"/>
            <ac:picMk id="7" creationId="{50181715-C22A-1117-22DA-A9D447F8992D}"/>
          </ac:picMkLst>
        </pc:picChg>
      </pc:sldChg>
      <pc:sldChg chg="addSp delSp modSp add mod">
        <pc:chgData name="Muhamad Noridham Nordin" userId="a639cc18-6b65-48a2-b638-0c64e5db0a61" providerId="ADAL" clId="{DDC8CFBC-A8E0-4A11-8C89-89BB8B37E8A6}" dt="2026-02-01T13:14:02.099" v="1170" actId="478"/>
        <pc:sldMkLst>
          <pc:docMk/>
          <pc:sldMk cId="934611089" sldId="6983"/>
        </pc:sldMkLst>
        <pc:spChg chg="mod">
          <ac:chgData name="Muhamad Noridham Nordin" userId="a639cc18-6b65-48a2-b638-0c64e5db0a61" providerId="ADAL" clId="{DDC8CFBC-A8E0-4A11-8C89-89BB8B37E8A6}" dt="2026-02-01T13:12:59.383" v="1127"/>
          <ac:spMkLst>
            <pc:docMk/>
            <pc:sldMk cId="934611089" sldId="6983"/>
            <ac:spMk id="2" creationId="{A050BD02-A7C0-8A7A-75F1-CB24EE1E18C5}"/>
          </ac:spMkLst>
        </pc:spChg>
        <pc:spChg chg="del">
          <ac:chgData name="Muhamad Noridham Nordin" userId="a639cc18-6b65-48a2-b638-0c64e5db0a61" providerId="ADAL" clId="{DDC8CFBC-A8E0-4A11-8C89-89BB8B37E8A6}" dt="2026-02-01T13:13:05.436" v="1128" actId="478"/>
          <ac:spMkLst>
            <pc:docMk/>
            <pc:sldMk cId="934611089" sldId="6983"/>
            <ac:spMk id="3" creationId="{2B2FA3A6-88C5-FDA5-CF79-D579FE40622B}"/>
          </ac:spMkLst>
        </pc:spChg>
        <pc:spChg chg="add mod">
          <ac:chgData name="Muhamad Noridham Nordin" userId="a639cc18-6b65-48a2-b638-0c64e5db0a61" providerId="ADAL" clId="{DDC8CFBC-A8E0-4A11-8C89-89BB8B37E8A6}" dt="2026-02-01T13:13:47.111" v="1169" actId="403"/>
          <ac:spMkLst>
            <pc:docMk/>
            <pc:sldMk cId="934611089" sldId="6983"/>
            <ac:spMk id="7" creationId="{A687EB1E-D03C-3071-F93D-435843269137}"/>
          </ac:spMkLst>
        </pc:spChg>
        <pc:spChg chg="add del mod">
          <ac:chgData name="Muhamad Noridham Nordin" userId="a639cc18-6b65-48a2-b638-0c64e5db0a61" providerId="ADAL" clId="{DDC8CFBC-A8E0-4A11-8C89-89BB8B37E8A6}" dt="2026-02-01T13:14:02.099" v="1170" actId="478"/>
          <ac:spMkLst>
            <pc:docMk/>
            <pc:sldMk cId="934611089" sldId="6983"/>
            <ac:spMk id="8" creationId="{446D1C85-1F81-7D74-9AA6-317D393F9EE4}"/>
          </ac:spMkLst>
        </pc:spChg>
        <pc:spChg chg="add mod">
          <ac:chgData name="Muhamad Noridham Nordin" userId="a639cc18-6b65-48a2-b638-0c64e5db0a61" providerId="ADAL" clId="{DDC8CFBC-A8E0-4A11-8C89-89BB8B37E8A6}" dt="2026-02-01T13:13:38.773" v="1168" actId="403"/>
          <ac:spMkLst>
            <pc:docMk/>
            <pc:sldMk cId="934611089" sldId="6983"/>
            <ac:spMk id="10" creationId="{690AE6F9-8D95-28F2-2C55-FEB63BE9418B}"/>
          </ac:spMkLst>
        </pc:spChg>
        <pc:picChg chg="add mod">
          <ac:chgData name="Muhamad Noridham Nordin" userId="a639cc18-6b65-48a2-b638-0c64e5db0a61" providerId="ADAL" clId="{DDC8CFBC-A8E0-4A11-8C89-89BB8B37E8A6}" dt="2026-02-01T13:13:21.457" v="1165" actId="1036"/>
          <ac:picMkLst>
            <pc:docMk/>
            <pc:sldMk cId="934611089" sldId="6983"/>
            <ac:picMk id="9" creationId="{74A76DC0-BB21-A7A1-FF77-26A7C2B67EDD}"/>
          </ac:picMkLst>
        </pc:picChg>
      </pc:sldChg>
      <pc:sldChg chg="modSp add mod">
        <pc:chgData name="Muhamad Noridham Nordin" userId="a639cc18-6b65-48a2-b638-0c64e5db0a61" providerId="ADAL" clId="{DDC8CFBC-A8E0-4A11-8C89-89BB8B37E8A6}" dt="2026-02-01T13:16:06.844" v="1208" actId="27636"/>
        <pc:sldMkLst>
          <pc:docMk/>
          <pc:sldMk cId="3476669188" sldId="6984"/>
        </pc:sldMkLst>
        <pc:spChg chg="mod">
          <ac:chgData name="Muhamad Noridham Nordin" userId="a639cc18-6b65-48a2-b638-0c64e5db0a61" providerId="ADAL" clId="{DDC8CFBC-A8E0-4A11-8C89-89BB8B37E8A6}" dt="2026-02-01T13:15:32.988" v="1196"/>
          <ac:spMkLst>
            <pc:docMk/>
            <pc:sldMk cId="3476669188" sldId="6984"/>
            <ac:spMk id="2" creationId="{51C463AA-572B-61FC-13F3-00F7AE5614DF}"/>
          </ac:spMkLst>
        </pc:spChg>
        <pc:spChg chg="mod">
          <ac:chgData name="Muhamad Noridham Nordin" userId="a639cc18-6b65-48a2-b638-0c64e5db0a61" providerId="ADAL" clId="{DDC8CFBC-A8E0-4A11-8C89-89BB8B37E8A6}" dt="2026-02-01T13:16:06.844" v="1208" actId="27636"/>
          <ac:spMkLst>
            <pc:docMk/>
            <pc:sldMk cId="3476669188" sldId="6984"/>
            <ac:spMk id="3" creationId="{FA215C1D-759D-AD38-05B1-561A511A6DAB}"/>
          </ac:spMkLst>
        </pc:spChg>
      </pc:sldChg>
      <pc:sldChg chg="modSp add mod">
        <pc:chgData name="Muhamad Noridham Nordin" userId="a639cc18-6b65-48a2-b638-0c64e5db0a61" providerId="ADAL" clId="{DDC8CFBC-A8E0-4A11-8C89-89BB8B37E8A6}" dt="2026-02-01T13:23:10.412" v="1286" actId="403"/>
        <pc:sldMkLst>
          <pc:docMk/>
          <pc:sldMk cId="2131696392" sldId="6985"/>
        </pc:sldMkLst>
        <pc:spChg chg="mod">
          <ac:chgData name="Muhamad Noridham Nordin" userId="a639cc18-6b65-48a2-b638-0c64e5db0a61" providerId="ADAL" clId="{DDC8CFBC-A8E0-4A11-8C89-89BB8B37E8A6}" dt="2026-02-01T13:22:35.633" v="1278"/>
          <ac:spMkLst>
            <pc:docMk/>
            <pc:sldMk cId="2131696392" sldId="6985"/>
            <ac:spMk id="2" creationId="{09D6089F-99D4-E4E6-EF94-C07AB337CA0F}"/>
          </ac:spMkLst>
        </pc:spChg>
        <pc:spChg chg="mod">
          <ac:chgData name="Muhamad Noridham Nordin" userId="a639cc18-6b65-48a2-b638-0c64e5db0a61" providerId="ADAL" clId="{DDC8CFBC-A8E0-4A11-8C89-89BB8B37E8A6}" dt="2026-02-01T13:23:10.412" v="1286" actId="403"/>
          <ac:spMkLst>
            <pc:docMk/>
            <pc:sldMk cId="2131696392" sldId="6985"/>
            <ac:spMk id="3" creationId="{CD2BD440-02E2-B1D2-1DED-5387CABC8CBE}"/>
          </ac:spMkLst>
        </pc:spChg>
      </pc:sldChg>
      <pc:sldChg chg="addSp modSp add">
        <pc:chgData name="Muhamad Noridham Nordin" userId="a639cc18-6b65-48a2-b638-0c64e5db0a61" providerId="ADAL" clId="{DDC8CFBC-A8E0-4A11-8C89-89BB8B37E8A6}" dt="2026-02-01T13:16:55.486" v="1217" actId="14100"/>
        <pc:sldMkLst>
          <pc:docMk/>
          <pc:sldMk cId="2303498920" sldId="6986"/>
        </pc:sldMkLst>
        <pc:spChg chg="mod">
          <ac:chgData name="Muhamad Noridham Nordin" userId="a639cc18-6b65-48a2-b638-0c64e5db0a61" providerId="ADAL" clId="{DDC8CFBC-A8E0-4A11-8C89-89BB8B37E8A6}" dt="2026-02-01T13:16:32.492" v="1213"/>
          <ac:spMkLst>
            <pc:docMk/>
            <pc:sldMk cId="2303498920" sldId="6986"/>
            <ac:spMk id="2" creationId="{0C5D75FB-65BA-818D-9CE8-A4B3BE1643AA}"/>
          </ac:spMkLst>
        </pc:spChg>
        <pc:spChg chg="mod">
          <ac:chgData name="Muhamad Noridham Nordin" userId="a639cc18-6b65-48a2-b638-0c64e5db0a61" providerId="ADAL" clId="{DDC8CFBC-A8E0-4A11-8C89-89BB8B37E8A6}" dt="2026-02-01T13:16:37.288" v="1214"/>
          <ac:spMkLst>
            <pc:docMk/>
            <pc:sldMk cId="2303498920" sldId="6986"/>
            <ac:spMk id="3" creationId="{A8684B01-9F0E-A615-F528-83BC5336698A}"/>
          </ac:spMkLst>
        </pc:spChg>
        <pc:picChg chg="add mod">
          <ac:chgData name="Muhamad Noridham Nordin" userId="a639cc18-6b65-48a2-b638-0c64e5db0a61" providerId="ADAL" clId="{DDC8CFBC-A8E0-4A11-8C89-89BB8B37E8A6}" dt="2026-02-01T13:16:55.486" v="1217" actId="14100"/>
          <ac:picMkLst>
            <pc:docMk/>
            <pc:sldMk cId="2303498920" sldId="6986"/>
            <ac:picMk id="7" creationId="{2A0171C4-A61E-423A-8B44-861AEC93B90D}"/>
          </ac:picMkLst>
        </pc:picChg>
      </pc:sldChg>
      <pc:sldChg chg="modSp add mod">
        <pc:chgData name="Muhamad Noridham Nordin" userId="a639cc18-6b65-48a2-b638-0c64e5db0a61" providerId="ADAL" clId="{DDC8CFBC-A8E0-4A11-8C89-89BB8B37E8A6}" dt="2026-02-01T13:17:40.942" v="1225" actId="404"/>
        <pc:sldMkLst>
          <pc:docMk/>
          <pc:sldMk cId="1139823058" sldId="6987"/>
        </pc:sldMkLst>
        <pc:spChg chg="mod">
          <ac:chgData name="Muhamad Noridham Nordin" userId="a639cc18-6b65-48a2-b638-0c64e5db0a61" providerId="ADAL" clId="{DDC8CFBC-A8E0-4A11-8C89-89BB8B37E8A6}" dt="2026-02-01T13:17:40.942" v="1225" actId="404"/>
          <ac:spMkLst>
            <pc:docMk/>
            <pc:sldMk cId="1139823058" sldId="6987"/>
            <ac:spMk id="2" creationId="{C935C187-A08B-56A3-2782-A179B8D1D9A2}"/>
          </ac:spMkLst>
        </pc:spChg>
        <pc:spChg chg="mod">
          <ac:chgData name="Muhamad Noridham Nordin" userId="a639cc18-6b65-48a2-b638-0c64e5db0a61" providerId="ADAL" clId="{DDC8CFBC-A8E0-4A11-8C89-89BB8B37E8A6}" dt="2026-02-01T13:17:18.814" v="1221" actId="27636"/>
          <ac:spMkLst>
            <pc:docMk/>
            <pc:sldMk cId="1139823058" sldId="6987"/>
            <ac:spMk id="3" creationId="{30D0D9D3-B042-1112-217E-D928EA22C20E}"/>
          </ac:spMkLst>
        </pc:spChg>
      </pc:sldChg>
      <pc:sldChg chg="addSp modSp add mod">
        <pc:chgData name="Muhamad Noridham Nordin" userId="a639cc18-6b65-48a2-b638-0c64e5db0a61" providerId="ADAL" clId="{DDC8CFBC-A8E0-4A11-8C89-89BB8B37E8A6}" dt="2026-02-01T13:22:12.568" v="1277" actId="14100"/>
        <pc:sldMkLst>
          <pc:docMk/>
          <pc:sldMk cId="583026090" sldId="6988"/>
        </pc:sldMkLst>
        <pc:spChg chg="mod">
          <ac:chgData name="Muhamad Noridham Nordin" userId="a639cc18-6b65-48a2-b638-0c64e5db0a61" providerId="ADAL" clId="{DDC8CFBC-A8E0-4A11-8C89-89BB8B37E8A6}" dt="2026-02-01T13:21:51.595" v="1272"/>
          <ac:spMkLst>
            <pc:docMk/>
            <pc:sldMk cId="583026090" sldId="6988"/>
            <ac:spMk id="2" creationId="{1E4CCA81-32EF-C2E4-7B72-A1332ED8D2EA}"/>
          </ac:spMkLst>
        </pc:spChg>
        <pc:spChg chg="mod">
          <ac:chgData name="Muhamad Noridham Nordin" userId="a639cc18-6b65-48a2-b638-0c64e5db0a61" providerId="ADAL" clId="{DDC8CFBC-A8E0-4A11-8C89-89BB8B37E8A6}" dt="2026-02-01T13:22:00.437" v="1274" actId="123"/>
          <ac:spMkLst>
            <pc:docMk/>
            <pc:sldMk cId="583026090" sldId="6988"/>
            <ac:spMk id="3" creationId="{4101AC66-5F6F-48E5-19EF-64A00514D772}"/>
          </ac:spMkLst>
        </pc:spChg>
        <pc:picChg chg="add mod">
          <ac:chgData name="Muhamad Noridham Nordin" userId="a639cc18-6b65-48a2-b638-0c64e5db0a61" providerId="ADAL" clId="{DDC8CFBC-A8E0-4A11-8C89-89BB8B37E8A6}" dt="2026-02-01T13:22:12.568" v="1277" actId="14100"/>
          <ac:picMkLst>
            <pc:docMk/>
            <pc:sldMk cId="583026090" sldId="6988"/>
            <ac:picMk id="7" creationId="{0AC031DE-1316-750C-D7ED-C92ADF00D779}"/>
          </ac:picMkLst>
        </pc:picChg>
      </pc:sldChg>
      <pc:sldChg chg="addSp modSp add mod ord">
        <pc:chgData name="Muhamad Noridham Nordin" userId="a639cc18-6b65-48a2-b638-0c64e5db0a61" providerId="ADAL" clId="{DDC8CFBC-A8E0-4A11-8C89-89BB8B37E8A6}" dt="2026-02-01T13:15:19.666" v="1195"/>
        <pc:sldMkLst>
          <pc:docMk/>
          <pc:sldMk cId="3872210377" sldId="6989"/>
        </pc:sldMkLst>
        <pc:spChg chg="mod">
          <ac:chgData name="Muhamad Noridham Nordin" userId="a639cc18-6b65-48a2-b638-0c64e5db0a61" providerId="ADAL" clId="{DDC8CFBC-A8E0-4A11-8C89-89BB8B37E8A6}" dt="2026-02-01T13:14:25.322" v="1175"/>
          <ac:spMkLst>
            <pc:docMk/>
            <pc:sldMk cId="3872210377" sldId="6989"/>
            <ac:spMk id="2" creationId="{4A330F82-A68E-8C68-D458-2268958400E0}"/>
          </ac:spMkLst>
        </pc:spChg>
        <pc:spChg chg="mod">
          <ac:chgData name="Muhamad Noridham Nordin" userId="a639cc18-6b65-48a2-b638-0c64e5db0a61" providerId="ADAL" clId="{DDC8CFBC-A8E0-4A11-8C89-89BB8B37E8A6}" dt="2026-02-01T13:15:13.117" v="1193" actId="20577"/>
          <ac:spMkLst>
            <pc:docMk/>
            <pc:sldMk cId="3872210377" sldId="6989"/>
            <ac:spMk id="3" creationId="{12B589E8-E319-5807-66F1-A8D2320F35DF}"/>
          </ac:spMkLst>
        </pc:spChg>
        <pc:picChg chg="add mod">
          <ac:chgData name="Muhamad Noridham Nordin" userId="a639cc18-6b65-48a2-b638-0c64e5db0a61" providerId="ADAL" clId="{DDC8CFBC-A8E0-4A11-8C89-89BB8B37E8A6}" dt="2026-02-01T13:15:02.204" v="1185" actId="1076"/>
          <ac:picMkLst>
            <pc:docMk/>
            <pc:sldMk cId="3872210377" sldId="6989"/>
            <ac:picMk id="7" creationId="{441EE509-BF7F-B1D6-505E-4EA393B1E0D5}"/>
          </ac:picMkLst>
        </pc:picChg>
      </pc:sldChg>
      <pc:sldChg chg="modSp add mod">
        <pc:chgData name="Muhamad Noridham Nordin" userId="a639cc18-6b65-48a2-b638-0c64e5db0a61" providerId="ADAL" clId="{DDC8CFBC-A8E0-4A11-8C89-89BB8B37E8A6}" dt="2026-02-01T13:16:20.771" v="1212" actId="403"/>
        <pc:sldMkLst>
          <pc:docMk/>
          <pc:sldMk cId="3061854571" sldId="6990"/>
        </pc:sldMkLst>
        <pc:spChg chg="mod">
          <ac:chgData name="Muhamad Noridham Nordin" userId="a639cc18-6b65-48a2-b638-0c64e5db0a61" providerId="ADAL" clId="{DDC8CFBC-A8E0-4A11-8C89-89BB8B37E8A6}" dt="2026-02-01T13:16:20.771" v="1212" actId="403"/>
          <ac:spMkLst>
            <pc:docMk/>
            <pc:sldMk cId="3061854571" sldId="6990"/>
            <ac:spMk id="3" creationId="{B45E0420-20A5-4CBC-98FB-8457B74D6C52}"/>
          </ac:spMkLst>
        </pc:spChg>
      </pc:sldChg>
      <pc:sldChg chg="addSp modSp add mod">
        <pc:chgData name="Muhamad Noridham Nordin" userId="a639cc18-6b65-48a2-b638-0c64e5db0a61" providerId="ADAL" clId="{DDC8CFBC-A8E0-4A11-8C89-89BB8B37E8A6}" dt="2026-02-01T13:18:46.444" v="1246" actId="1076"/>
        <pc:sldMkLst>
          <pc:docMk/>
          <pc:sldMk cId="1706753442" sldId="6991"/>
        </pc:sldMkLst>
        <pc:spChg chg="mod">
          <ac:chgData name="Muhamad Noridham Nordin" userId="a639cc18-6b65-48a2-b638-0c64e5db0a61" providerId="ADAL" clId="{DDC8CFBC-A8E0-4A11-8C89-89BB8B37E8A6}" dt="2026-02-01T13:17:54.546" v="1226"/>
          <ac:spMkLst>
            <pc:docMk/>
            <pc:sldMk cId="1706753442" sldId="6991"/>
            <ac:spMk id="2" creationId="{D72832F4-7B63-F87A-2EBB-5DF7C6621D34}"/>
          </ac:spMkLst>
        </pc:spChg>
        <pc:spChg chg="mod">
          <ac:chgData name="Muhamad Noridham Nordin" userId="a639cc18-6b65-48a2-b638-0c64e5db0a61" providerId="ADAL" clId="{DDC8CFBC-A8E0-4A11-8C89-89BB8B37E8A6}" dt="2026-02-01T13:18:26.097" v="1236" actId="20577"/>
          <ac:spMkLst>
            <pc:docMk/>
            <pc:sldMk cId="1706753442" sldId="6991"/>
            <ac:spMk id="3" creationId="{EB441BAF-C801-91E2-CE89-86B2EAC46251}"/>
          </ac:spMkLst>
        </pc:spChg>
        <pc:picChg chg="add mod">
          <ac:chgData name="Muhamad Noridham Nordin" userId="a639cc18-6b65-48a2-b638-0c64e5db0a61" providerId="ADAL" clId="{DDC8CFBC-A8E0-4A11-8C89-89BB8B37E8A6}" dt="2026-02-01T13:18:46.444" v="1246" actId="1076"/>
          <ac:picMkLst>
            <pc:docMk/>
            <pc:sldMk cId="1706753442" sldId="6991"/>
            <ac:picMk id="7" creationId="{253534AD-1FB9-B5BD-750A-C23070D4F0B9}"/>
          </ac:picMkLst>
        </pc:picChg>
      </pc:sldChg>
      <pc:sldChg chg="addSp modSp add mod">
        <pc:chgData name="Muhamad Noridham Nordin" userId="a639cc18-6b65-48a2-b638-0c64e5db0a61" providerId="ADAL" clId="{DDC8CFBC-A8E0-4A11-8C89-89BB8B37E8A6}" dt="2026-02-01T13:21:13.756" v="1271" actId="123"/>
        <pc:sldMkLst>
          <pc:docMk/>
          <pc:sldMk cId="686535412" sldId="6992"/>
        </pc:sldMkLst>
        <pc:spChg chg="mod">
          <ac:chgData name="Muhamad Noridham Nordin" userId="a639cc18-6b65-48a2-b638-0c64e5db0a61" providerId="ADAL" clId="{DDC8CFBC-A8E0-4A11-8C89-89BB8B37E8A6}" dt="2026-02-01T13:19:25.231" v="1247"/>
          <ac:spMkLst>
            <pc:docMk/>
            <pc:sldMk cId="686535412" sldId="6992"/>
            <ac:spMk id="2" creationId="{FBEED466-CFB7-8009-5DA2-193C66D877D8}"/>
          </ac:spMkLst>
        </pc:spChg>
        <pc:spChg chg="mod">
          <ac:chgData name="Muhamad Noridham Nordin" userId="a639cc18-6b65-48a2-b638-0c64e5db0a61" providerId="ADAL" clId="{DDC8CFBC-A8E0-4A11-8C89-89BB8B37E8A6}" dt="2026-02-01T13:21:13.756" v="1271" actId="123"/>
          <ac:spMkLst>
            <pc:docMk/>
            <pc:sldMk cId="686535412" sldId="6992"/>
            <ac:spMk id="3" creationId="{B2F30CF2-3995-54BC-76A9-AA99510A8D7C}"/>
          </ac:spMkLst>
        </pc:spChg>
        <pc:picChg chg="add mod">
          <ac:chgData name="Muhamad Noridham Nordin" userId="a639cc18-6b65-48a2-b638-0c64e5db0a61" providerId="ADAL" clId="{DDC8CFBC-A8E0-4A11-8C89-89BB8B37E8A6}" dt="2026-02-01T13:20:07.338" v="1257" actId="14100"/>
          <ac:picMkLst>
            <pc:docMk/>
            <pc:sldMk cId="686535412" sldId="6992"/>
            <ac:picMk id="7" creationId="{1EBBDFFC-C583-890A-5D87-64A8A802122B}"/>
          </ac:picMkLst>
        </pc:picChg>
      </pc:sldChg>
      <pc:sldChg chg="modSp add mod">
        <pc:chgData name="Muhamad Noridham Nordin" userId="a639cc18-6b65-48a2-b638-0c64e5db0a61" providerId="ADAL" clId="{DDC8CFBC-A8E0-4A11-8C89-89BB8B37E8A6}" dt="2026-02-01T13:49:01.615" v="1428" actId="20577"/>
        <pc:sldMkLst>
          <pc:docMk/>
          <pc:sldMk cId="238371940" sldId="6993"/>
        </pc:sldMkLst>
        <pc:spChg chg="mod">
          <ac:chgData name="Muhamad Noridham Nordin" userId="a639cc18-6b65-48a2-b638-0c64e5db0a61" providerId="ADAL" clId="{DDC8CFBC-A8E0-4A11-8C89-89BB8B37E8A6}" dt="2026-02-01T13:49:01.615" v="1428" actId="20577"/>
          <ac:spMkLst>
            <pc:docMk/>
            <pc:sldMk cId="238371940" sldId="6993"/>
            <ac:spMk id="3" creationId="{5335117A-0752-D114-0756-31047C5EE6CA}"/>
          </ac:spMkLst>
        </pc:spChg>
      </pc:sldChg>
      <pc:sldChg chg="addSp delSp modSp new mod">
        <pc:chgData name="Muhamad Noridham Nordin" userId="a639cc18-6b65-48a2-b638-0c64e5db0a61" providerId="ADAL" clId="{DDC8CFBC-A8E0-4A11-8C89-89BB8B37E8A6}" dt="2026-02-01T13:54:00.819" v="1561" actId="22"/>
        <pc:sldMkLst>
          <pc:docMk/>
          <pc:sldMk cId="4283980741" sldId="6994"/>
        </pc:sldMkLst>
        <pc:spChg chg="del">
          <ac:chgData name="Muhamad Noridham Nordin" userId="a639cc18-6b65-48a2-b638-0c64e5db0a61" providerId="ADAL" clId="{DDC8CFBC-A8E0-4A11-8C89-89BB8B37E8A6}" dt="2026-02-01T13:50:39.488" v="1447" actId="478"/>
          <ac:spMkLst>
            <pc:docMk/>
            <pc:sldMk cId="4283980741" sldId="6994"/>
            <ac:spMk id="2" creationId="{FD317CDA-C46B-61DB-B7A5-4597040C4A16}"/>
          </ac:spMkLst>
        </pc:spChg>
        <pc:spChg chg="del">
          <ac:chgData name="Muhamad Noridham Nordin" userId="a639cc18-6b65-48a2-b638-0c64e5db0a61" providerId="ADAL" clId="{DDC8CFBC-A8E0-4A11-8C89-89BB8B37E8A6}" dt="2026-02-01T13:50:15.360" v="1441" actId="478"/>
          <ac:spMkLst>
            <pc:docMk/>
            <pc:sldMk cId="4283980741" sldId="6994"/>
            <ac:spMk id="3" creationId="{5058132F-D3B8-3E13-534E-12355B7F3E2C}"/>
          </ac:spMkLst>
        </pc:spChg>
        <pc:spChg chg="add del">
          <ac:chgData name="Muhamad Noridham Nordin" userId="a639cc18-6b65-48a2-b638-0c64e5db0a61" providerId="ADAL" clId="{DDC8CFBC-A8E0-4A11-8C89-89BB8B37E8A6}" dt="2026-02-01T13:54:00.819" v="1561" actId="22"/>
          <ac:spMkLst>
            <pc:docMk/>
            <pc:sldMk cId="4283980741" sldId="6994"/>
            <ac:spMk id="11" creationId="{25942610-E7F7-FB7F-7426-25B62A2F0653}"/>
          </ac:spMkLst>
        </pc:spChg>
        <pc:picChg chg="add del mod">
          <ac:chgData name="Muhamad Noridham Nordin" userId="a639cc18-6b65-48a2-b638-0c64e5db0a61" providerId="ADAL" clId="{DDC8CFBC-A8E0-4A11-8C89-89BB8B37E8A6}" dt="2026-02-01T13:50:27.708" v="1444" actId="478"/>
          <ac:picMkLst>
            <pc:docMk/>
            <pc:sldMk cId="4283980741" sldId="6994"/>
            <ac:picMk id="7" creationId="{2332356D-CED6-EF9A-AAFE-BC487D6829E5}"/>
          </ac:picMkLst>
        </pc:picChg>
        <pc:picChg chg="add mod">
          <ac:chgData name="Muhamad Noridham Nordin" userId="a639cc18-6b65-48a2-b638-0c64e5db0a61" providerId="ADAL" clId="{DDC8CFBC-A8E0-4A11-8C89-89BB8B37E8A6}" dt="2026-02-01T13:50:32.196" v="1446" actId="1076"/>
          <ac:picMkLst>
            <pc:docMk/>
            <pc:sldMk cId="4283980741" sldId="6994"/>
            <ac:picMk id="8" creationId="{1F8A4FDB-3E17-0C71-4B15-2AA240754000}"/>
          </ac:picMkLst>
        </pc:picChg>
        <pc:picChg chg="add mod">
          <ac:chgData name="Muhamad Noridham Nordin" userId="a639cc18-6b65-48a2-b638-0c64e5db0a61" providerId="ADAL" clId="{DDC8CFBC-A8E0-4A11-8C89-89BB8B37E8A6}" dt="2026-02-01T13:50:32.196" v="1446" actId="1076"/>
          <ac:picMkLst>
            <pc:docMk/>
            <pc:sldMk cId="4283980741" sldId="6994"/>
            <ac:picMk id="9" creationId="{792EDE69-5BDF-7851-C994-C10643159C03}"/>
          </ac:picMkLst>
        </pc:picChg>
      </pc:sldChg>
      <pc:sldChg chg="modSp add mod">
        <pc:chgData name="Muhamad Noridham Nordin" userId="a639cc18-6b65-48a2-b638-0c64e5db0a61" providerId="ADAL" clId="{DDC8CFBC-A8E0-4A11-8C89-89BB8B37E8A6}" dt="2026-02-01T13:54:07.849" v="1563" actId="207"/>
        <pc:sldMkLst>
          <pc:docMk/>
          <pc:sldMk cId="3821166740" sldId="6995"/>
        </pc:sldMkLst>
        <pc:spChg chg="mod">
          <ac:chgData name="Muhamad Noridham Nordin" userId="a639cc18-6b65-48a2-b638-0c64e5db0a61" providerId="ADAL" clId="{DDC8CFBC-A8E0-4A11-8C89-89BB8B37E8A6}" dt="2026-02-01T13:54:04.048" v="1562"/>
          <ac:spMkLst>
            <pc:docMk/>
            <pc:sldMk cId="3821166740" sldId="6995"/>
            <ac:spMk id="2" creationId="{665800EB-CA17-49B6-C703-F72565977E02}"/>
          </ac:spMkLst>
        </pc:spChg>
        <pc:spChg chg="mod">
          <ac:chgData name="Muhamad Noridham Nordin" userId="a639cc18-6b65-48a2-b638-0c64e5db0a61" providerId="ADAL" clId="{DDC8CFBC-A8E0-4A11-8C89-89BB8B37E8A6}" dt="2026-02-01T13:54:07.849" v="1563" actId="207"/>
          <ac:spMkLst>
            <pc:docMk/>
            <pc:sldMk cId="3821166740" sldId="6995"/>
            <ac:spMk id="3" creationId="{C9E452D7-5E8C-0454-1F44-3A8D854F2872}"/>
          </ac:spMkLst>
        </pc:spChg>
      </pc:sldChg>
      <pc:sldChg chg="addSp delSp modSp add mod">
        <pc:chgData name="Muhamad Noridham Nordin" userId="a639cc18-6b65-48a2-b638-0c64e5db0a61" providerId="ADAL" clId="{DDC8CFBC-A8E0-4A11-8C89-89BB8B37E8A6}" dt="2026-02-01T13:55:15.346" v="1611" actId="207"/>
        <pc:sldMkLst>
          <pc:docMk/>
          <pc:sldMk cId="119888037" sldId="6996"/>
        </pc:sldMkLst>
        <pc:spChg chg="mod">
          <ac:chgData name="Muhamad Noridham Nordin" userId="a639cc18-6b65-48a2-b638-0c64e5db0a61" providerId="ADAL" clId="{DDC8CFBC-A8E0-4A11-8C89-89BB8B37E8A6}" dt="2026-02-01T13:55:15.346" v="1611" actId="207"/>
          <ac:spMkLst>
            <pc:docMk/>
            <pc:sldMk cId="119888037" sldId="6996"/>
            <ac:spMk id="2" creationId="{58A019F0-9B73-4D1B-77E2-813E480F6A7A}"/>
          </ac:spMkLst>
        </pc:spChg>
        <pc:spChg chg="del">
          <ac:chgData name="Muhamad Noridham Nordin" userId="a639cc18-6b65-48a2-b638-0c64e5db0a61" providerId="ADAL" clId="{DDC8CFBC-A8E0-4A11-8C89-89BB8B37E8A6}" dt="2026-02-01T13:54:38.583" v="1565"/>
          <ac:spMkLst>
            <pc:docMk/>
            <pc:sldMk cId="119888037" sldId="6996"/>
            <ac:spMk id="3" creationId="{9905ABC0-530A-3746-927C-E69CA9FBE630}"/>
          </ac:spMkLst>
        </pc:spChg>
        <pc:picChg chg="add mod">
          <ac:chgData name="Muhamad Noridham Nordin" userId="a639cc18-6b65-48a2-b638-0c64e5db0a61" providerId="ADAL" clId="{DDC8CFBC-A8E0-4A11-8C89-89BB8B37E8A6}" dt="2026-02-01T13:54:47.195" v="1567" actId="14100"/>
          <ac:picMkLst>
            <pc:docMk/>
            <pc:sldMk cId="119888037" sldId="6996"/>
            <ac:picMk id="7" creationId="{8947B078-5DC0-3C22-788E-3EF14600F46E}"/>
          </ac:picMkLst>
        </pc:picChg>
      </pc:sldChg>
      <pc:sldChg chg="addSp delSp modSp add mod">
        <pc:chgData name="Muhamad Noridham Nordin" userId="a639cc18-6b65-48a2-b638-0c64e5db0a61" providerId="ADAL" clId="{DDC8CFBC-A8E0-4A11-8C89-89BB8B37E8A6}" dt="2026-02-01T13:56:33.405" v="1640" actId="1076"/>
        <pc:sldMkLst>
          <pc:docMk/>
          <pc:sldMk cId="255111645" sldId="6997"/>
        </pc:sldMkLst>
        <pc:spChg chg="mod">
          <ac:chgData name="Muhamad Noridham Nordin" userId="a639cc18-6b65-48a2-b638-0c64e5db0a61" providerId="ADAL" clId="{DDC8CFBC-A8E0-4A11-8C89-89BB8B37E8A6}" dt="2026-02-01T13:55:38.509" v="1626" actId="20577"/>
          <ac:spMkLst>
            <pc:docMk/>
            <pc:sldMk cId="255111645" sldId="6997"/>
            <ac:spMk id="2" creationId="{A42D9D46-8184-BF21-C8D2-852BFCB4179D}"/>
          </ac:spMkLst>
        </pc:spChg>
        <pc:spChg chg="del mod">
          <ac:chgData name="Muhamad Noridham Nordin" userId="a639cc18-6b65-48a2-b638-0c64e5db0a61" providerId="ADAL" clId="{DDC8CFBC-A8E0-4A11-8C89-89BB8B37E8A6}" dt="2026-02-01T13:55:46.494" v="1629"/>
          <ac:spMkLst>
            <pc:docMk/>
            <pc:sldMk cId="255111645" sldId="6997"/>
            <ac:spMk id="3" creationId="{017DBAE7-DD13-7D5E-9FE9-05BBF15A50E0}"/>
          </ac:spMkLst>
        </pc:spChg>
        <pc:spChg chg="add mod">
          <ac:chgData name="Muhamad Noridham Nordin" userId="a639cc18-6b65-48a2-b638-0c64e5db0a61" providerId="ADAL" clId="{DDC8CFBC-A8E0-4A11-8C89-89BB8B37E8A6}" dt="2026-02-01T13:56:33.405" v="1640" actId="1076"/>
          <ac:spMkLst>
            <pc:docMk/>
            <pc:sldMk cId="255111645" sldId="6997"/>
            <ac:spMk id="9" creationId="{B47D4B9B-0D98-EED4-B8C0-5C073F54CC3D}"/>
          </ac:spMkLst>
        </pc:spChg>
        <pc:picChg chg="add mod">
          <ac:chgData name="Muhamad Noridham Nordin" userId="a639cc18-6b65-48a2-b638-0c64e5db0a61" providerId="ADAL" clId="{DDC8CFBC-A8E0-4A11-8C89-89BB8B37E8A6}" dt="2026-02-01T13:55:51.687" v="1630" actId="14100"/>
          <ac:picMkLst>
            <pc:docMk/>
            <pc:sldMk cId="255111645" sldId="6997"/>
            <ac:picMk id="7" creationId="{ECFF4E46-A943-CB66-DBBD-25842055BC14}"/>
          </ac:picMkLst>
        </pc:picChg>
      </pc:sldChg>
      <pc:sldChg chg="addSp modSp add mod">
        <pc:chgData name="Muhamad Noridham Nordin" userId="a639cc18-6b65-48a2-b638-0c64e5db0a61" providerId="ADAL" clId="{DDC8CFBC-A8E0-4A11-8C89-89BB8B37E8A6}" dt="2026-02-01T15:13:04.275" v="1713"/>
        <pc:sldMkLst>
          <pc:docMk/>
          <pc:sldMk cId="488404499" sldId="6998"/>
        </pc:sldMkLst>
        <pc:spChg chg="mod">
          <ac:chgData name="Muhamad Noridham Nordin" userId="a639cc18-6b65-48a2-b638-0c64e5db0a61" providerId="ADAL" clId="{DDC8CFBC-A8E0-4A11-8C89-89BB8B37E8A6}" dt="2026-02-01T15:13:04.275" v="1713"/>
          <ac:spMkLst>
            <pc:docMk/>
            <pc:sldMk cId="488404499" sldId="6998"/>
            <ac:spMk id="2" creationId="{0D43C7F7-5790-4841-7A9A-824166F40688}"/>
          </ac:spMkLst>
        </pc:spChg>
        <pc:spChg chg="mod">
          <ac:chgData name="Muhamad Noridham Nordin" userId="a639cc18-6b65-48a2-b638-0c64e5db0a61" providerId="ADAL" clId="{DDC8CFBC-A8E0-4A11-8C89-89BB8B37E8A6}" dt="2026-02-01T13:57:46.964" v="1650" actId="5793"/>
          <ac:spMkLst>
            <pc:docMk/>
            <pc:sldMk cId="488404499" sldId="6998"/>
            <ac:spMk id="3" creationId="{71AF96C6-CF08-76C5-942B-370A46AE9A63}"/>
          </ac:spMkLst>
        </pc:spChg>
        <pc:picChg chg="add mod">
          <ac:chgData name="Muhamad Noridham Nordin" userId="a639cc18-6b65-48a2-b638-0c64e5db0a61" providerId="ADAL" clId="{DDC8CFBC-A8E0-4A11-8C89-89BB8B37E8A6}" dt="2026-02-01T13:57:54.883" v="1652" actId="1076"/>
          <ac:picMkLst>
            <pc:docMk/>
            <pc:sldMk cId="488404499" sldId="6998"/>
            <ac:picMk id="7" creationId="{6DBA1D5A-D071-07D6-4229-E35BDA6028C8}"/>
          </ac:picMkLst>
        </pc:picChg>
      </pc:sldChg>
      <pc:sldChg chg="addSp modSp add">
        <pc:chgData name="Muhamad Noridham Nordin" userId="a639cc18-6b65-48a2-b638-0c64e5db0a61" providerId="ADAL" clId="{DDC8CFBC-A8E0-4A11-8C89-89BB8B37E8A6}" dt="2026-02-01T14:50:06.643" v="1679" actId="1076"/>
        <pc:sldMkLst>
          <pc:docMk/>
          <pc:sldMk cId="1476685442" sldId="6999"/>
        </pc:sldMkLst>
        <pc:spChg chg="mod">
          <ac:chgData name="Muhamad Noridham Nordin" userId="a639cc18-6b65-48a2-b638-0c64e5db0a61" providerId="ADAL" clId="{DDC8CFBC-A8E0-4A11-8C89-89BB8B37E8A6}" dt="2026-02-01T14:49:31.911" v="1677"/>
          <ac:spMkLst>
            <pc:docMk/>
            <pc:sldMk cId="1476685442" sldId="6999"/>
            <ac:spMk id="2" creationId="{4CCF6C5C-35D9-C707-1270-B043BC3C7736}"/>
          </ac:spMkLst>
        </pc:spChg>
        <pc:picChg chg="add mod">
          <ac:chgData name="Muhamad Noridham Nordin" userId="a639cc18-6b65-48a2-b638-0c64e5db0a61" providerId="ADAL" clId="{DDC8CFBC-A8E0-4A11-8C89-89BB8B37E8A6}" dt="2026-02-01T14:50:06.643" v="1679" actId="1076"/>
          <ac:picMkLst>
            <pc:docMk/>
            <pc:sldMk cId="1476685442" sldId="6999"/>
            <ac:picMk id="7" creationId="{D7A0639D-D17D-36F4-9C6A-34E20C5D088F}"/>
          </ac:picMkLst>
        </pc:picChg>
        <pc:picChg chg="add mod">
          <ac:chgData name="Muhamad Noridham Nordin" userId="a639cc18-6b65-48a2-b638-0c64e5db0a61" providerId="ADAL" clId="{DDC8CFBC-A8E0-4A11-8C89-89BB8B37E8A6}" dt="2026-02-01T14:50:06.643" v="1679" actId="1076"/>
          <ac:picMkLst>
            <pc:docMk/>
            <pc:sldMk cId="1476685442" sldId="6999"/>
            <ac:picMk id="9" creationId="{C2B98055-CE57-CE73-A30F-6751ECE2E887}"/>
          </ac:picMkLst>
        </pc:picChg>
        <pc:picChg chg="add mod">
          <ac:chgData name="Muhamad Noridham Nordin" userId="a639cc18-6b65-48a2-b638-0c64e5db0a61" providerId="ADAL" clId="{DDC8CFBC-A8E0-4A11-8C89-89BB8B37E8A6}" dt="2026-02-01T14:50:06.643" v="1679" actId="1076"/>
          <ac:picMkLst>
            <pc:docMk/>
            <pc:sldMk cId="1476685442" sldId="6999"/>
            <ac:picMk id="10" creationId="{D926593B-DC86-ACB7-0D53-129D1337A5B4}"/>
          </ac:picMkLst>
        </pc:picChg>
        <pc:picChg chg="add mod">
          <ac:chgData name="Muhamad Noridham Nordin" userId="a639cc18-6b65-48a2-b638-0c64e5db0a61" providerId="ADAL" clId="{DDC8CFBC-A8E0-4A11-8C89-89BB8B37E8A6}" dt="2026-02-01T14:50:06.643" v="1679" actId="1076"/>
          <ac:picMkLst>
            <pc:docMk/>
            <pc:sldMk cId="1476685442" sldId="6999"/>
            <ac:picMk id="11" creationId="{A7B27DEA-78FF-40CF-3C3A-6B5E617907BA}"/>
          </ac:picMkLst>
        </pc:picChg>
        <pc:picChg chg="add mod">
          <ac:chgData name="Muhamad Noridham Nordin" userId="a639cc18-6b65-48a2-b638-0c64e5db0a61" providerId="ADAL" clId="{DDC8CFBC-A8E0-4A11-8C89-89BB8B37E8A6}" dt="2026-02-01T14:50:06.643" v="1679" actId="1076"/>
          <ac:picMkLst>
            <pc:docMk/>
            <pc:sldMk cId="1476685442" sldId="6999"/>
            <ac:picMk id="12" creationId="{70888409-8998-8FC9-6595-7BA4FB7F0ED7}"/>
          </ac:picMkLst>
        </pc:picChg>
        <pc:picChg chg="add mod">
          <ac:chgData name="Muhamad Noridham Nordin" userId="a639cc18-6b65-48a2-b638-0c64e5db0a61" providerId="ADAL" clId="{DDC8CFBC-A8E0-4A11-8C89-89BB8B37E8A6}" dt="2026-02-01T14:50:06.643" v="1679" actId="1076"/>
          <ac:picMkLst>
            <pc:docMk/>
            <pc:sldMk cId="1476685442" sldId="6999"/>
            <ac:picMk id="13" creationId="{5C530F9B-3CDB-0F5D-91F3-610F228CA89E}"/>
          </ac:picMkLst>
        </pc:picChg>
        <pc:picChg chg="add mod">
          <ac:chgData name="Muhamad Noridham Nordin" userId="a639cc18-6b65-48a2-b638-0c64e5db0a61" providerId="ADAL" clId="{DDC8CFBC-A8E0-4A11-8C89-89BB8B37E8A6}" dt="2026-02-01T14:50:06.643" v="1679" actId="1076"/>
          <ac:picMkLst>
            <pc:docMk/>
            <pc:sldMk cId="1476685442" sldId="6999"/>
            <ac:picMk id="14" creationId="{48B809E7-2934-20EB-FF86-B77132A1AC65}"/>
          </ac:picMkLst>
        </pc:picChg>
        <pc:picChg chg="add mod">
          <ac:chgData name="Muhamad Noridham Nordin" userId="a639cc18-6b65-48a2-b638-0c64e5db0a61" providerId="ADAL" clId="{DDC8CFBC-A8E0-4A11-8C89-89BB8B37E8A6}" dt="2026-02-01T14:50:06.643" v="1679" actId="1076"/>
          <ac:picMkLst>
            <pc:docMk/>
            <pc:sldMk cId="1476685442" sldId="6999"/>
            <ac:picMk id="15" creationId="{B892DDB3-9940-1C5E-364E-C3E2F4A936CE}"/>
          </ac:picMkLst>
        </pc:picChg>
        <pc:picChg chg="add mod">
          <ac:chgData name="Muhamad Noridham Nordin" userId="a639cc18-6b65-48a2-b638-0c64e5db0a61" providerId="ADAL" clId="{DDC8CFBC-A8E0-4A11-8C89-89BB8B37E8A6}" dt="2026-02-01T14:50:06.643" v="1679" actId="1076"/>
          <ac:picMkLst>
            <pc:docMk/>
            <pc:sldMk cId="1476685442" sldId="6999"/>
            <ac:picMk id="17" creationId="{1D96EF74-AB3E-4F2C-8BA8-A34CB3ED0B20}"/>
          </ac:picMkLst>
        </pc:picChg>
        <pc:picChg chg="add mod">
          <ac:chgData name="Muhamad Noridham Nordin" userId="a639cc18-6b65-48a2-b638-0c64e5db0a61" providerId="ADAL" clId="{DDC8CFBC-A8E0-4A11-8C89-89BB8B37E8A6}" dt="2026-02-01T14:50:06.643" v="1679" actId="1076"/>
          <ac:picMkLst>
            <pc:docMk/>
            <pc:sldMk cId="1476685442" sldId="6999"/>
            <ac:picMk id="18" creationId="{C26BE97B-144F-EC5E-280F-DF3CC34BA949}"/>
          </ac:picMkLst>
        </pc:picChg>
      </pc:sldChg>
      <pc:sldChg chg="modSp add mod ord">
        <pc:chgData name="Muhamad Noridham Nordin" userId="a639cc18-6b65-48a2-b638-0c64e5db0a61" providerId="ADAL" clId="{DDC8CFBC-A8E0-4A11-8C89-89BB8B37E8A6}" dt="2026-02-01T13:49:48.087" v="1440"/>
        <pc:sldMkLst>
          <pc:docMk/>
          <pc:sldMk cId="3453878415" sldId="7000"/>
        </pc:sldMkLst>
        <pc:spChg chg="mod">
          <ac:chgData name="Muhamad Noridham Nordin" userId="a639cc18-6b65-48a2-b638-0c64e5db0a61" providerId="ADAL" clId="{DDC8CFBC-A8E0-4A11-8C89-89BB8B37E8A6}" dt="2026-02-01T13:49:44.013" v="1438"/>
          <ac:spMkLst>
            <pc:docMk/>
            <pc:sldMk cId="3453878415" sldId="7000"/>
            <ac:spMk id="2" creationId="{18C6B771-2BEB-8329-1D3D-A705281CF5EB}"/>
          </ac:spMkLst>
        </pc:spChg>
        <pc:spChg chg="mod">
          <ac:chgData name="Muhamad Noridham Nordin" userId="a639cc18-6b65-48a2-b638-0c64e5db0a61" providerId="ADAL" clId="{DDC8CFBC-A8E0-4A11-8C89-89BB8B37E8A6}" dt="2026-02-01T13:49:37.889" v="1437" actId="5793"/>
          <ac:spMkLst>
            <pc:docMk/>
            <pc:sldMk cId="3453878415" sldId="7000"/>
            <ac:spMk id="3" creationId="{1D1A678E-5C71-D391-53BC-A2DC94C9C566}"/>
          </ac:spMkLst>
        </pc:spChg>
      </pc:sldChg>
      <pc:sldChg chg="modSp add mod">
        <pc:chgData name="Muhamad Noridham Nordin" userId="a639cc18-6b65-48a2-b638-0c64e5db0a61" providerId="ADAL" clId="{DDC8CFBC-A8E0-4A11-8C89-89BB8B37E8A6}" dt="2026-02-01T15:13:09.625" v="1714"/>
        <pc:sldMkLst>
          <pc:docMk/>
          <pc:sldMk cId="3947815515" sldId="7001"/>
        </pc:sldMkLst>
        <pc:spChg chg="mod">
          <ac:chgData name="Muhamad Noridham Nordin" userId="a639cc18-6b65-48a2-b638-0c64e5db0a61" providerId="ADAL" clId="{DDC8CFBC-A8E0-4A11-8C89-89BB8B37E8A6}" dt="2026-02-01T15:13:09.625" v="1714"/>
          <ac:spMkLst>
            <pc:docMk/>
            <pc:sldMk cId="3947815515" sldId="7001"/>
            <ac:spMk id="2" creationId="{47D449D6-AD4D-3751-D8AE-F8CBA13D23CD}"/>
          </ac:spMkLst>
        </pc:spChg>
        <pc:spChg chg="mod">
          <ac:chgData name="Muhamad Noridham Nordin" userId="a639cc18-6b65-48a2-b638-0c64e5db0a61" providerId="ADAL" clId="{DDC8CFBC-A8E0-4A11-8C89-89BB8B37E8A6}" dt="2026-02-01T14:01:07.552" v="1664" actId="6549"/>
          <ac:spMkLst>
            <pc:docMk/>
            <pc:sldMk cId="3947815515" sldId="7001"/>
            <ac:spMk id="3" creationId="{27FC4F1D-FF7A-3AE4-CA3A-A1E9BAF90EBF}"/>
          </ac:spMkLst>
        </pc:spChg>
      </pc:sldChg>
      <pc:sldChg chg="addSp delSp modSp add">
        <pc:chgData name="Muhamad Noridham Nordin" userId="a639cc18-6b65-48a2-b638-0c64e5db0a61" providerId="ADAL" clId="{DDC8CFBC-A8E0-4A11-8C89-89BB8B37E8A6}" dt="2026-02-01T14:48:52.942" v="1672"/>
        <pc:sldMkLst>
          <pc:docMk/>
          <pc:sldMk cId="3465468042" sldId="7002"/>
        </pc:sldMkLst>
        <pc:spChg chg="mod">
          <ac:chgData name="Muhamad Noridham Nordin" userId="a639cc18-6b65-48a2-b638-0c64e5db0a61" providerId="ADAL" clId="{DDC8CFBC-A8E0-4A11-8C89-89BB8B37E8A6}" dt="2026-02-01T14:48:52.942" v="1672"/>
          <ac:spMkLst>
            <pc:docMk/>
            <pc:sldMk cId="3465468042" sldId="7002"/>
            <ac:spMk id="2" creationId="{4A0C5240-BE85-2B8A-4346-F2E4E0693AA1}"/>
          </ac:spMkLst>
        </pc:spChg>
        <pc:spChg chg="del">
          <ac:chgData name="Muhamad Noridham Nordin" userId="a639cc18-6b65-48a2-b638-0c64e5db0a61" providerId="ADAL" clId="{DDC8CFBC-A8E0-4A11-8C89-89BB8B37E8A6}" dt="2026-02-01T14:48:45.072" v="1671"/>
          <ac:spMkLst>
            <pc:docMk/>
            <pc:sldMk cId="3465468042" sldId="7002"/>
            <ac:spMk id="3" creationId="{B33AFB7F-66AF-727F-84E1-D43918AA3E56}"/>
          </ac:spMkLst>
        </pc:spChg>
        <pc:picChg chg="add mod">
          <ac:chgData name="Muhamad Noridham Nordin" userId="a639cc18-6b65-48a2-b638-0c64e5db0a61" providerId="ADAL" clId="{DDC8CFBC-A8E0-4A11-8C89-89BB8B37E8A6}" dt="2026-02-01T14:48:45.072" v="1671"/>
          <ac:picMkLst>
            <pc:docMk/>
            <pc:sldMk cId="3465468042" sldId="7002"/>
            <ac:picMk id="7" creationId="{9D351F1D-333A-BD34-1A05-1B8CCE3AD84C}"/>
          </ac:picMkLst>
        </pc:picChg>
      </pc:sldChg>
      <pc:sldChg chg="addSp delSp modSp add">
        <pc:chgData name="Muhamad Noridham Nordin" userId="a639cc18-6b65-48a2-b638-0c64e5db0a61" providerId="ADAL" clId="{DDC8CFBC-A8E0-4A11-8C89-89BB8B37E8A6}" dt="2026-02-01T14:49:17.350" v="1676"/>
        <pc:sldMkLst>
          <pc:docMk/>
          <pc:sldMk cId="2612194634" sldId="7003"/>
        </pc:sldMkLst>
        <pc:spChg chg="mod">
          <ac:chgData name="Muhamad Noridham Nordin" userId="a639cc18-6b65-48a2-b638-0c64e5db0a61" providerId="ADAL" clId="{DDC8CFBC-A8E0-4A11-8C89-89BB8B37E8A6}" dt="2026-02-01T14:49:17.350" v="1676"/>
          <ac:spMkLst>
            <pc:docMk/>
            <pc:sldMk cId="2612194634" sldId="7003"/>
            <ac:spMk id="2" creationId="{23EA9C5F-162C-C517-5436-246654D1D12A}"/>
          </ac:spMkLst>
        </pc:spChg>
        <pc:spChg chg="del">
          <ac:chgData name="Muhamad Noridham Nordin" userId="a639cc18-6b65-48a2-b638-0c64e5db0a61" providerId="ADAL" clId="{DDC8CFBC-A8E0-4A11-8C89-89BB8B37E8A6}" dt="2026-02-01T14:49:04.049" v="1673"/>
          <ac:spMkLst>
            <pc:docMk/>
            <pc:sldMk cId="2612194634" sldId="7003"/>
            <ac:spMk id="3" creationId="{FE0003F5-1703-A898-418B-5127CBA57AE0}"/>
          </ac:spMkLst>
        </pc:spChg>
        <pc:picChg chg="add mod">
          <ac:chgData name="Muhamad Noridham Nordin" userId="a639cc18-6b65-48a2-b638-0c64e5db0a61" providerId="ADAL" clId="{DDC8CFBC-A8E0-4A11-8C89-89BB8B37E8A6}" dt="2026-02-01T14:49:10.685" v="1675" actId="14100"/>
          <ac:picMkLst>
            <pc:docMk/>
            <pc:sldMk cId="2612194634" sldId="7003"/>
            <ac:picMk id="7" creationId="{BBBE2D1E-00E2-ECF5-B8DB-38B30C3BA7CC}"/>
          </ac:picMkLst>
        </pc:picChg>
      </pc:sldChg>
      <pc:sldChg chg="addSp delSp modSp add mod">
        <pc:chgData name="Muhamad Noridham Nordin" userId="a639cc18-6b65-48a2-b638-0c64e5db0a61" providerId="ADAL" clId="{DDC8CFBC-A8E0-4A11-8C89-89BB8B37E8A6}" dt="2026-02-01T15:19:20.162" v="1734" actId="20577"/>
        <pc:sldMkLst>
          <pc:docMk/>
          <pc:sldMk cId="3500021567" sldId="7004"/>
        </pc:sldMkLst>
        <pc:spChg chg="mod">
          <ac:chgData name="Muhamad Noridham Nordin" userId="a639cc18-6b65-48a2-b638-0c64e5db0a61" providerId="ADAL" clId="{DDC8CFBC-A8E0-4A11-8C89-89BB8B37E8A6}" dt="2026-02-01T15:19:20.162" v="1734" actId="20577"/>
          <ac:spMkLst>
            <pc:docMk/>
            <pc:sldMk cId="3500021567" sldId="7004"/>
            <ac:spMk id="2" creationId="{8DA3ACA7-F40D-924D-77A6-38845A200DD4}"/>
          </ac:spMkLst>
        </pc:spChg>
        <pc:spChg chg="del">
          <ac:chgData name="Muhamad Noridham Nordin" userId="a639cc18-6b65-48a2-b638-0c64e5db0a61" providerId="ADAL" clId="{DDC8CFBC-A8E0-4A11-8C89-89BB8B37E8A6}" dt="2026-02-01T15:18:59.748" v="1715"/>
          <ac:spMkLst>
            <pc:docMk/>
            <pc:sldMk cId="3500021567" sldId="7004"/>
            <ac:spMk id="3" creationId="{F0BC8232-EEA3-F510-8DE0-AEC32E0565B2}"/>
          </ac:spMkLst>
        </pc:spChg>
        <pc:picChg chg="add mod">
          <ac:chgData name="Muhamad Noridham Nordin" userId="a639cc18-6b65-48a2-b638-0c64e5db0a61" providerId="ADAL" clId="{DDC8CFBC-A8E0-4A11-8C89-89BB8B37E8A6}" dt="2026-02-01T15:18:59.748" v="1715"/>
          <ac:picMkLst>
            <pc:docMk/>
            <pc:sldMk cId="3500021567" sldId="7004"/>
            <ac:picMk id="7" creationId="{CE268F58-60BC-46AA-BD10-E0CD9A1E9349}"/>
          </ac:picMkLst>
        </pc:picChg>
      </pc:sldChg>
      <pc:sldChg chg="modSp add mod">
        <pc:chgData name="Muhamad Noridham Nordin" userId="a639cc18-6b65-48a2-b638-0c64e5db0a61" providerId="ADAL" clId="{DDC8CFBC-A8E0-4A11-8C89-89BB8B37E8A6}" dt="2026-02-01T15:20:36.962" v="1748" actId="255"/>
        <pc:sldMkLst>
          <pc:docMk/>
          <pc:sldMk cId="829185478" sldId="7005"/>
        </pc:sldMkLst>
        <pc:spChg chg="mod">
          <ac:chgData name="Muhamad Noridham Nordin" userId="a639cc18-6b65-48a2-b638-0c64e5db0a61" providerId="ADAL" clId="{DDC8CFBC-A8E0-4A11-8C89-89BB8B37E8A6}" dt="2026-02-01T15:19:52.841" v="1738" actId="114"/>
          <ac:spMkLst>
            <pc:docMk/>
            <pc:sldMk cId="829185478" sldId="7005"/>
            <ac:spMk id="2" creationId="{B8F29AE6-2F97-D0A6-F1EE-64865574AD9B}"/>
          </ac:spMkLst>
        </pc:spChg>
        <pc:spChg chg="mod">
          <ac:chgData name="Muhamad Noridham Nordin" userId="a639cc18-6b65-48a2-b638-0c64e5db0a61" providerId="ADAL" clId="{DDC8CFBC-A8E0-4A11-8C89-89BB8B37E8A6}" dt="2026-02-01T15:20:36.962" v="1748" actId="255"/>
          <ac:spMkLst>
            <pc:docMk/>
            <pc:sldMk cId="829185478" sldId="7005"/>
            <ac:spMk id="3" creationId="{893F592F-1C1D-433B-0ED8-87B851F4B1E0}"/>
          </ac:spMkLst>
        </pc:spChg>
      </pc:sldChg>
      <pc:sldChg chg="modSp add mod ord">
        <pc:chgData name="Muhamad Noridham Nordin" userId="a639cc18-6b65-48a2-b638-0c64e5db0a61" providerId="ADAL" clId="{DDC8CFBC-A8E0-4A11-8C89-89BB8B37E8A6}" dt="2026-02-01T15:11:46.132" v="1704" actId="207"/>
        <pc:sldMkLst>
          <pc:docMk/>
          <pc:sldMk cId="4227948931" sldId="7006"/>
        </pc:sldMkLst>
        <pc:spChg chg="mod">
          <ac:chgData name="Muhamad Noridham Nordin" userId="a639cc18-6b65-48a2-b638-0c64e5db0a61" providerId="ADAL" clId="{DDC8CFBC-A8E0-4A11-8C89-89BB8B37E8A6}" dt="2026-02-01T15:11:46.132" v="1704" actId="207"/>
          <ac:spMkLst>
            <pc:docMk/>
            <pc:sldMk cId="4227948931" sldId="7006"/>
            <ac:spMk id="2" creationId="{B4B19739-1B6E-DF4C-4336-C336D75BE263}"/>
          </ac:spMkLst>
        </pc:spChg>
        <pc:spChg chg="mod">
          <ac:chgData name="Muhamad Noridham Nordin" userId="a639cc18-6b65-48a2-b638-0c64e5db0a61" providerId="ADAL" clId="{DDC8CFBC-A8E0-4A11-8C89-89BB8B37E8A6}" dt="2026-02-01T15:11:10.631" v="1693"/>
          <ac:spMkLst>
            <pc:docMk/>
            <pc:sldMk cId="4227948931" sldId="7006"/>
            <ac:spMk id="3" creationId="{6C4E9687-FECF-E0DA-2CE8-D12AE754930C}"/>
          </ac:spMkLst>
        </pc:spChg>
      </pc:sldChg>
      <pc:sldChg chg="modSp add mod">
        <pc:chgData name="Muhamad Noridham Nordin" userId="a639cc18-6b65-48a2-b638-0c64e5db0a61" providerId="ADAL" clId="{DDC8CFBC-A8E0-4A11-8C89-89BB8B37E8A6}" dt="2026-02-01T15:22:24.224" v="1780" actId="404"/>
        <pc:sldMkLst>
          <pc:docMk/>
          <pc:sldMk cId="2952632001" sldId="7007"/>
        </pc:sldMkLst>
        <pc:spChg chg="mod">
          <ac:chgData name="Muhamad Noridham Nordin" userId="a639cc18-6b65-48a2-b638-0c64e5db0a61" providerId="ADAL" clId="{DDC8CFBC-A8E0-4A11-8C89-89BB8B37E8A6}" dt="2026-02-01T15:22:24.224" v="1780" actId="404"/>
          <ac:spMkLst>
            <pc:docMk/>
            <pc:sldMk cId="2952632001" sldId="7007"/>
            <ac:spMk id="2" creationId="{FED7696B-A192-66CE-FDFD-7B32FE7B6DD7}"/>
          </ac:spMkLst>
        </pc:spChg>
        <pc:spChg chg="mod">
          <ac:chgData name="Muhamad Noridham Nordin" userId="a639cc18-6b65-48a2-b638-0c64e5db0a61" providerId="ADAL" clId="{DDC8CFBC-A8E0-4A11-8C89-89BB8B37E8A6}" dt="2026-02-01T15:20:55.041" v="1752" actId="255"/>
          <ac:spMkLst>
            <pc:docMk/>
            <pc:sldMk cId="2952632001" sldId="7007"/>
            <ac:spMk id="3" creationId="{77EADBFD-4DDD-2DE6-E9EE-965276993762}"/>
          </ac:spMkLst>
        </pc:spChg>
      </pc:sldChg>
      <pc:sldChg chg="modSp add mod">
        <pc:chgData name="Muhamad Noridham Nordin" userId="a639cc18-6b65-48a2-b638-0c64e5db0a61" providerId="ADAL" clId="{DDC8CFBC-A8E0-4A11-8C89-89BB8B37E8A6}" dt="2026-02-01T15:23:06.524" v="1794" actId="255"/>
        <pc:sldMkLst>
          <pc:docMk/>
          <pc:sldMk cId="454064046" sldId="7008"/>
        </pc:sldMkLst>
        <pc:spChg chg="mod">
          <ac:chgData name="Muhamad Noridham Nordin" userId="a639cc18-6b65-48a2-b638-0c64e5db0a61" providerId="ADAL" clId="{DDC8CFBC-A8E0-4A11-8C89-89BB8B37E8A6}" dt="2026-02-01T15:22:49.962" v="1789" actId="114"/>
          <ac:spMkLst>
            <pc:docMk/>
            <pc:sldMk cId="454064046" sldId="7008"/>
            <ac:spMk id="2" creationId="{A1864EC7-0642-D724-5F70-0BB7758119F2}"/>
          </ac:spMkLst>
        </pc:spChg>
        <pc:spChg chg="mod">
          <ac:chgData name="Muhamad Noridham Nordin" userId="a639cc18-6b65-48a2-b638-0c64e5db0a61" providerId="ADAL" clId="{DDC8CFBC-A8E0-4A11-8C89-89BB8B37E8A6}" dt="2026-02-01T15:23:06.524" v="1794" actId="255"/>
          <ac:spMkLst>
            <pc:docMk/>
            <pc:sldMk cId="454064046" sldId="7008"/>
            <ac:spMk id="3" creationId="{FC7A0DE7-B1C9-0EC2-75CA-E6F1CDB8C1EB}"/>
          </ac:spMkLst>
        </pc:spChg>
      </pc:sldChg>
      <pc:sldChg chg="addSp delSp modSp add mod">
        <pc:chgData name="Muhamad Noridham Nordin" userId="a639cc18-6b65-48a2-b638-0c64e5db0a61" providerId="ADAL" clId="{DDC8CFBC-A8E0-4A11-8C89-89BB8B37E8A6}" dt="2026-02-01T15:43:31.852" v="2247" actId="20577"/>
        <pc:sldMkLst>
          <pc:docMk/>
          <pc:sldMk cId="538932487" sldId="7009"/>
        </pc:sldMkLst>
        <pc:spChg chg="mod">
          <ac:chgData name="Muhamad Noridham Nordin" userId="a639cc18-6b65-48a2-b638-0c64e5db0a61" providerId="ADAL" clId="{DDC8CFBC-A8E0-4A11-8C89-89BB8B37E8A6}" dt="2026-02-01T15:23:44.194" v="1799" actId="207"/>
          <ac:spMkLst>
            <pc:docMk/>
            <pc:sldMk cId="538932487" sldId="7009"/>
            <ac:spMk id="2" creationId="{FB239423-25D7-F588-47EF-CDB67C4CB0B6}"/>
          </ac:spMkLst>
        </pc:spChg>
        <pc:spChg chg="del">
          <ac:chgData name="Muhamad Noridham Nordin" userId="a639cc18-6b65-48a2-b638-0c64e5db0a61" providerId="ADAL" clId="{DDC8CFBC-A8E0-4A11-8C89-89BB8B37E8A6}" dt="2026-02-01T15:23:50.439" v="1800" actId="478"/>
          <ac:spMkLst>
            <pc:docMk/>
            <pc:sldMk cId="538932487" sldId="7009"/>
            <ac:spMk id="3" creationId="{504F5176-F40C-01CE-F704-86EBF991E450}"/>
          </ac:spMkLst>
        </pc:spChg>
        <pc:spChg chg="add mod">
          <ac:chgData name="Muhamad Noridham Nordin" userId="a639cc18-6b65-48a2-b638-0c64e5db0a61" providerId="ADAL" clId="{DDC8CFBC-A8E0-4A11-8C89-89BB8B37E8A6}" dt="2026-02-01T15:28:13.122" v="1990" actId="14100"/>
          <ac:spMkLst>
            <pc:docMk/>
            <pc:sldMk cId="538932487" sldId="7009"/>
            <ac:spMk id="7" creationId="{7733D5A4-F39D-762B-194A-EEC2BCEE87DE}"/>
          </ac:spMkLst>
        </pc:spChg>
        <pc:spChg chg="add mod">
          <ac:chgData name="Muhamad Noridham Nordin" userId="a639cc18-6b65-48a2-b638-0c64e5db0a61" providerId="ADAL" clId="{DDC8CFBC-A8E0-4A11-8C89-89BB8B37E8A6}" dt="2026-02-01T15:28:24.477" v="1992" actId="113"/>
          <ac:spMkLst>
            <pc:docMk/>
            <pc:sldMk cId="538932487" sldId="7009"/>
            <ac:spMk id="8" creationId="{944A907A-9E7B-6FCD-DD99-B85445AB9074}"/>
          </ac:spMkLst>
        </pc:spChg>
        <pc:spChg chg="add mod">
          <ac:chgData name="Muhamad Noridham Nordin" userId="a639cc18-6b65-48a2-b638-0c64e5db0a61" providerId="ADAL" clId="{DDC8CFBC-A8E0-4A11-8C89-89BB8B37E8A6}" dt="2026-02-01T15:28:27.299" v="1993" actId="113"/>
          <ac:spMkLst>
            <pc:docMk/>
            <pc:sldMk cId="538932487" sldId="7009"/>
            <ac:spMk id="9" creationId="{59CBA423-AF6E-BF87-36DD-EF0A56724CDD}"/>
          </ac:spMkLst>
        </pc:spChg>
        <pc:spChg chg="add mod">
          <ac:chgData name="Muhamad Noridham Nordin" userId="a639cc18-6b65-48a2-b638-0c64e5db0a61" providerId="ADAL" clId="{DDC8CFBC-A8E0-4A11-8C89-89BB8B37E8A6}" dt="2026-02-01T15:28:30.282" v="1994" actId="113"/>
          <ac:spMkLst>
            <pc:docMk/>
            <pc:sldMk cId="538932487" sldId="7009"/>
            <ac:spMk id="10" creationId="{F345F94D-11EF-651D-9F1A-A751D5E67E7B}"/>
          </ac:spMkLst>
        </pc:spChg>
        <pc:spChg chg="add mod">
          <ac:chgData name="Muhamad Noridham Nordin" userId="a639cc18-6b65-48a2-b638-0c64e5db0a61" providerId="ADAL" clId="{DDC8CFBC-A8E0-4A11-8C89-89BB8B37E8A6}" dt="2026-02-01T15:28:33.334" v="1995" actId="113"/>
          <ac:spMkLst>
            <pc:docMk/>
            <pc:sldMk cId="538932487" sldId="7009"/>
            <ac:spMk id="11" creationId="{766CDA71-7F66-7C14-6359-D1110C7B14E6}"/>
          </ac:spMkLst>
        </pc:spChg>
        <pc:spChg chg="add mod">
          <ac:chgData name="Muhamad Noridham Nordin" userId="a639cc18-6b65-48a2-b638-0c64e5db0a61" providerId="ADAL" clId="{DDC8CFBC-A8E0-4A11-8C89-89BB8B37E8A6}" dt="2026-02-01T15:29:08.853" v="2013" actId="1076"/>
          <ac:spMkLst>
            <pc:docMk/>
            <pc:sldMk cId="538932487" sldId="7009"/>
            <ac:spMk id="12" creationId="{0E21EB82-53D8-7144-012C-A0E08B11B072}"/>
          </ac:spMkLst>
        </pc:spChg>
        <pc:spChg chg="add mod">
          <ac:chgData name="Muhamad Noridham Nordin" userId="a639cc18-6b65-48a2-b638-0c64e5db0a61" providerId="ADAL" clId="{DDC8CFBC-A8E0-4A11-8C89-89BB8B37E8A6}" dt="2026-02-01T15:29:19.252" v="2014"/>
          <ac:spMkLst>
            <pc:docMk/>
            <pc:sldMk cId="538932487" sldId="7009"/>
            <ac:spMk id="13" creationId="{2E643FAD-8452-18D1-96B5-F2ED4E43AC6B}"/>
          </ac:spMkLst>
        </pc:spChg>
        <pc:spChg chg="add del mod">
          <ac:chgData name="Muhamad Noridham Nordin" userId="a639cc18-6b65-48a2-b638-0c64e5db0a61" providerId="ADAL" clId="{DDC8CFBC-A8E0-4A11-8C89-89BB8B37E8A6}" dt="2026-02-01T15:30:42.715" v="2034" actId="478"/>
          <ac:spMkLst>
            <pc:docMk/>
            <pc:sldMk cId="538932487" sldId="7009"/>
            <ac:spMk id="14" creationId="{878BF554-5503-C472-DAF1-D78149223B6E}"/>
          </ac:spMkLst>
        </pc:spChg>
        <pc:spChg chg="add del mod">
          <ac:chgData name="Muhamad Noridham Nordin" userId="a639cc18-6b65-48a2-b638-0c64e5db0a61" providerId="ADAL" clId="{DDC8CFBC-A8E0-4A11-8C89-89BB8B37E8A6}" dt="2026-02-01T15:30:30.467" v="2031" actId="478"/>
          <ac:spMkLst>
            <pc:docMk/>
            <pc:sldMk cId="538932487" sldId="7009"/>
            <ac:spMk id="15" creationId="{3562CFA6-EA7E-9F14-32A6-27DB86625F53}"/>
          </ac:spMkLst>
        </pc:spChg>
        <pc:spChg chg="add mod">
          <ac:chgData name="Muhamad Noridham Nordin" userId="a639cc18-6b65-48a2-b638-0c64e5db0a61" providerId="ADAL" clId="{DDC8CFBC-A8E0-4A11-8C89-89BB8B37E8A6}" dt="2026-02-01T15:32:07" v="2113" actId="20577"/>
          <ac:spMkLst>
            <pc:docMk/>
            <pc:sldMk cId="538932487" sldId="7009"/>
            <ac:spMk id="16" creationId="{24ECE8B8-216F-6229-445E-A1159B5EBFD2}"/>
          </ac:spMkLst>
        </pc:spChg>
        <pc:spChg chg="add del mod">
          <ac:chgData name="Muhamad Noridham Nordin" userId="a639cc18-6b65-48a2-b638-0c64e5db0a61" providerId="ADAL" clId="{DDC8CFBC-A8E0-4A11-8C89-89BB8B37E8A6}" dt="2026-02-01T15:30:35.372" v="2032" actId="478"/>
          <ac:spMkLst>
            <pc:docMk/>
            <pc:sldMk cId="538932487" sldId="7009"/>
            <ac:spMk id="17" creationId="{7418CC81-85AD-D250-E3CC-979DA4909825}"/>
          </ac:spMkLst>
        </pc:spChg>
        <pc:spChg chg="add del mod">
          <ac:chgData name="Muhamad Noridham Nordin" userId="a639cc18-6b65-48a2-b638-0c64e5db0a61" providerId="ADAL" clId="{DDC8CFBC-A8E0-4A11-8C89-89BB8B37E8A6}" dt="2026-02-01T15:30:44.072" v="2035" actId="478"/>
          <ac:spMkLst>
            <pc:docMk/>
            <pc:sldMk cId="538932487" sldId="7009"/>
            <ac:spMk id="18" creationId="{0A0B65CC-C13C-DA9C-FC7D-45E63DD5322B}"/>
          </ac:spMkLst>
        </pc:spChg>
        <pc:spChg chg="add mod">
          <ac:chgData name="Muhamad Noridham Nordin" userId="a639cc18-6b65-48a2-b638-0c64e5db0a61" providerId="ADAL" clId="{DDC8CFBC-A8E0-4A11-8C89-89BB8B37E8A6}" dt="2026-02-01T15:30:01.252" v="2028" actId="20577"/>
          <ac:spMkLst>
            <pc:docMk/>
            <pc:sldMk cId="538932487" sldId="7009"/>
            <ac:spMk id="19" creationId="{859A5A80-63D2-31B6-14DC-D8A3D3914951}"/>
          </ac:spMkLst>
        </pc:spChg>
        <pc:spChg chg="add mod">
          <ac:chgData name="Muhamad Noridham Nordin" userId="a639cc18-6b65-48a2-b638-0c64e5db0a61" providerId="ADAL" clId="{DDC8CFBC-A8E0-4A11-8C89-89BB8B37E8A6}" dt="2026-02-01T15:29:37.622" v="2018" actId="1076"/>
          <ac:spMkLst>
            <pc:docMk/>
            <pc:sldMk cId="538932487" sldId="7009"/>
            <ac:spMk id="20" creationId="{09A3F457-3569-E73A-CC73-C001868C87B6}"/>
          </ac:spMkLst>
        </pc:spChg>
        <pc:spChg chg="add mod">
          <ac:chgData name="Muhamad Noridham Nordin" userId="a639cc18-6b65-48a2-b638-0c64e5db0a61" providerId="ADAL" clId="{DDC8CFBC-A8E0-4A11-8C89-89BB8B37E8A6}" dt="2026-02-01T15:32:30.386" v="2165" actId="20577"/>
          <ac:spMkLst>
            <pc:docMk/>
            <pc:sldMk cId="538932487" sldId="7009"/>
            <ac:spMk id="21" creationId="{E32E9784-C0D9-A917-BC74-5D461249C871}"/>
          </ac:spMkLst>
        </pc:spChg>
        <pc:spChg chg="add mod">
          <ac:chgData name="Muhamad Noridham Nordin" userId="a639cc18-6b65-48a2-b638-0c64e5db0a61" providerId="ADAL" clId="{DDC8CFBC-A8E0-4A11-8C89-89BB8B37E8A6}" dt="2026-02-01T15:43:08.825" v="2201" actId="20577"/>
          <ac:spMkLst>
            <pc:docMk/>
            <pc:sldMk cId="538932487" sldId="7009"/>
            <ac:spMk id="22" creationId="{0B6F0B6D-80A2-C198-7A25-FB192D4E072A}"/>
          </ac:spMkLst>
        </pc:spChg>
        <pc:spChg chg="add mod">
          <ac:chgData name="Muhamad Noridham Nordin" userId="a639cc18-6b65-48a2-b638-0c64e5db0a61" providerId="ADAL" clId="{DDC8CFBC-A8E0-4A11-8C89-89BB8B37E8A6}" dt="2026-02-01T15:43:19.499" v="2225" actId="20577"/>
          <ac:spMkLst>
            <pc:docMk/>
            <pc:sldMk cId="538932487" sldId="7009"/>
            <ac:spMk id="23" creationId="{A7E31943-2364-1C23-2423-A718E0C1F793}"/>
          </ac:spMkLst>
        </pc:spChg>
        <pc:spChg chg="add mod">
          <ac:chgData name="Muhamad Noridham Nordin" userId="a639cc18-6b65-48a2-b638-0c64e5db0a61" providerId="ADAL" clId="{DDC8CFBC-A8E0-4A11-8C89-89BB8B37E8A6}" dt="2026-02-01T15:43:31.852" v="2247" actId="20577"/>
          <ac:spMkLst>
            <pc:docMk/>
            <pc:sldMk cId="538932487" sldId="7009"/>
            <ac:spMk id="24" creationId="{A4270A5B-D16B-C892-438E-38C1034A682C}"/>
          </ac:spMkLst>
        </pc:spChg>
        <pc:spChg chg="add mod">
          <ac:chgData name="Muhamad Noridham Nordin" userId="a639cc18-6b65-48a2-b638-0c64e5db0a61" providerId="ADAL" clId="{DDC8CFBC-A8E0-4A11-8C89-89BB8B37E8A6}" dt="2026-02-01T15:30:06.552" v="2030" actId="20577"/>
          <ac:spMkLst>
            <pc:docMk/>
            <pc:sldMk cId="538932487" sldId="7009"/>
            <ac:spMk id="25" creationId="{0C36E806-72F3-F605-D5C9-78DAEBEF3932}"/>
          </ac:spMkLst>
        </pc:spChg>
      </pc:sldChg>
      <pc:sldChg chg="modSp add mod">
        <pc:chgData name="Muhamad Noridham Nordin" userId="a639cc18-6b65-48a2-b638-0c64e5db0a61" providerId="ADAL" clId="{DDC8CFBC-A8E0-4A11-8C89-89BB8B37E8A6}" dt="2026-02-01T15:47:05.240" v="2306" actId="404"/>
        <pc:sldMkLst>
          <pc:docMk/>
          <pc:sldMk cId="161802355" sldId="7010"/>
        </pc:sldMkLst>
        <pc:spChg chg="mod">
          <ac:chgData name="Muhamad Noridham Nordin" userId="a639cc18-6b65-48a2-b638-0c64e5db0a61" providerId="ADAL" clId="{DDC8CFBC-A8E0-4A11-8C89-89BB8B37E8A6}" dt="2026-02-01T15:47:05.240" v="2306" actId="404"/>
          <ac:spMkLst>
            <pc:docMk/>
            <pc:sldMk cId="161802355" sldId="7010"/>
            <ac:spMk id="2" creationId="{A45541A4-34C7-E2EB-6E24-DC371751EFBC}"/>
          </ac:spMkLst>
        </pc:spChg>
        <pc:spChg chg="mod">
          <ac:chgData name="Muhamad Noridham Nordin" userId="a639cc18-6b65-48a2-b638-0c64e5db0a61" providerId="ADAL" clId="{DDC8CFBC-A8E0-4A11-8C89-89BB8B37E8A6}" dt="2026-02-01T15:44:56.989" v="2286" actId="20577"/>
          <ac:spMkLst>
            <pc:docMk/>
            <pc:sldMk cId="161802355" sldId="7010"/>
            <ac:spMk id="3" creationId="{0C3D2476-92F2-8170-9D72-83E30ED2C9A2}"/>
          </ac:spMkLst>
        </pc:spChg>
      </pc:sldChg>
      <pc:sldChg chg="addSp modSp add mod">
        <pc:chgData name="Muhamad Noridham Nordin" userId="a639cc18-6b65-48a2-b638-0c64e5db0a61" providerId="ADAL" clId="{DDC8CFBC-A8E0-4A11-8C89-89BB8B37E8A6}" dt="2026-02-01T15:47:13.972" v="2307" actId="5793"/>
        <pc:sldMkLst>
          <pc:docMk/>
          <pc:sldMk cId="306056472" sldId="7011"/>
        </pc:sldMkLst>
        <pc:spChg chg="mod">
          <ac:chgData name="Muhamad Noridham Nordin" userId="a639cc18-6b65-48a2-b638-0c64e5db0a61" providerId="ADAL" clId="{DDC8CFBC-A8E0-4A11-8C89-89BB8B37E8A6}" dt="2026-02-01T15:45:38.273" v="2291" actId="404"/>
          <ac:spMkLst>
            <pc:docMk/>
            <pc:sldMk cId="306056472" sldId="7011"/>
            <ac:spMk id="2" creationId="{6001BA01-F716-0FC6-0A5E-9F1D4E7F50D0}"/>
          </ac:spMkLst>
        </pc:spChg>
        <pc:spChg chg="mod">
          <ac:chgData name="Muhamad Noridham Nordin" userId="a639cc18-6b65-48a2-b638-0c64e5db0a61" providerId="ADAL" clId="{DDC8CFBC-A8E0-4A11-8C89-89BB8B37E8A6}" dt="2026-02-01T15:47:13.972" v="2307" actId="5793"/>
          <ac:spMkLst>
            <pc:docMk/>
            <pc:sldMk cId="306056472" sldId="7011"/>
            <ac:spMk id="3" creationId="{F836DACD-73D8-C387-EDE3-3BB78E55E1F4}"/>
          </ac:spMkLst>
        </pc:spChg>
        <pc:picChg chg="add mod">
          <ac:chgData name="Muhamad Noridham Nordin" userId="a639cc18-6b65-48a2-b638-0c64e5db0a61" providerId="ADAL" clId="{DDC8CFBC-A8E0-4A11-8C89-89BB8B37E8A6}" dt="2026-02-01T15:45:56.153" v="2295" actId="14100"/>
          <ac:picMkLst>
            <pc:docMk/>
            <pc:sldMk cId="306056472" sldId="7011"/>
            <ac:picMk id="7" creationId="{1DF8B000-E30A-2F00-E904-4F15A1DEA6B6}"/>
          </ac:picMkLst>
        </pc:picChg>
      </pc:sldChg>
      <pc:sldChg chg="addSp modSp add mod">
        <pc:chgData name="Muhamad Noridham Nordin" userId="a639cc18-6b65-48a2-b638-0c64e5db0a61" providerId="ADAL" clId="{DDC8CFBC-A8E0-4A11-8C89-89BB8B37E8A6}" dt="2026-02-01T15:47:31.942" v="2311" actId="404"/>
        <pc:sldMkLst>
          <pc:docMk/>
          <pc:sldMk cId="2925189782" sldId="7012"/>
        </pc:sldMkLst>
        <pc:spChg chg="mod">
          <ac:chgData name="Muhamad Noridham Nordin" userId="a639cc18-6b65-48a2-b638-0c64e5db0a61" providerId="ADAL" clId="{DDC8CFBC-A8E0-4A11-8C89-89BB8B37E8A6}" dt="2026-02-01T15:47:31.942" v="2311" actId="404"/>
          <ac:spMkLst>
            <pc:docMk/>
            <pc:sldMk cId="2925189782" sldId="7012"/>
            <ac:spMk id="2" creationId="{9127305E-423F-852B-2468-A59F38B2CC92}"/>
          </ac:spMkLst>
        </pc:spChg>
        <pc:spChg chg="mod">
          <ac:chgData name="Muhamad Noridham Nordin" userId="a639cc18-6b65-48a2-b638-0c64e5db0a61" providerId="ADAL" clId="{DDC8CFBC-A8E0-4A11-8C89-89BB8B37E8A6}" dt="2026-02-01T15:47:18.352" v="2308" actId="5793"/>
          <ac:spMkLst>
            <pc:docMk/>
            <pc:sldMk cId="2925189782" sldId="7012"/>
            <ac:spMk id="3" creationId="{00634B0F-7A39-C152-F832-9DD157357DC9}"/>
          </ac:spMkLst>
        </pc:spChg>
        <pc:picChg chg="add mod">
          <ac:chgData name="Muhamad Noridham Nordin" userId="a639cc18-6b65-48a2-b638-0c64e5db0a61" providerId="ADAL" clId="{DDC8CFBC-A8E0-4A11-8C89-89BB8B37E8A6}" dt="2026-02-01T15:46:23.186" v="2300" actId="14100"/>
          <ac:picMkLst>
            <pc:docMk/>
            <pc:sldMk cId="2925189782" sldId="7012"/>
            <ac:picMk id="7" creationId="{B2548164-68C1-AE47-F2CD-C108D203F835}"/>
          </ac:picMkLst>
        </pc:picChg>
      </pc:sldChg>
      <pc:sldChg chg="addSp modSp add mod">
        <pc:chgData name="Muhamad Noridham Nordin" userId="a639cc18-6b65-48a2-b638-0c64e5db0a61" providerId="ADAL" clId="{DDC8CFBC-A8E0-4A11-8C89-89BB8B37E8A6}" dt="2026-02-01T15:48:17.452" v="2320" actId="1076"/>
        <pc:sldMkLst>
          <pc:docMk/>
          <pc:sldMk cId="3546703856" sldId="7013"/>
        </pc:sldMkLst>
        <pc:spChg chg="mod">
          <ac:chgData name="Muhamad Noridham Nordin" userId="a639cc18-6b65-48a2-b638-0c64e5db0a61" providerId="ADAL" clId="{DDC8CFBC-A8E0-4A11-8C89-89BB8B37E8A6}" dt="2026-02-01T15:47:59.570" v="2314" actId="404"/>
          <ac:spMkLst>
            <pc:docMk/>
            <pc:sldMk cId="3546703856" sldId="7013"/>
            <ac:spMk id="2" creationId="{A1FC2BC9-D0B4-059A-C507-3F3F9BE40075}"/>
          </ac:spMkLst>
        </pc:spChg>
        <pc:spChg chg="mod">
          <ac:chgData name="Muhamad Noridham Nordin" userId="a639cc18-6b65-48a2-b638-0c64e5db0a61" providerId="ADAL" clId="{DDC8CFBC-A8E0-4A11-8C89-89BB8B37E8A6}" dt="2026-02-01T15:48:06.492" v="2316" actId="5793"/>
          <ac:spMkLst>
            <pc:docMk/>
            <pc:sldMk cId="3546703856" sldId="7013"/>
            <ac:spMk id="3" creationId="{D2FD6B9C-FCA2-F7BA-71EF-DBAE6E7E3E64}"/>
          </ac:spMkLst>
        </pc:spChg>
        <pc:picChg chg="add mod">
          <ac:chgData name="Muhamad Noridham Nordin" userId="a639cc18-6b65-48a2-b638-0c64e5db0a61" providerId="ADAL" clId="{DDC8CFBC-A8E0-4A11-8C89-89BB8B37E8A6}" dt="2026-02-01T15:48:17.452" v="2320" actId="1076"/>
          <ac:picMkLst>
            <pc:docMk/>
            <pc:sldMk cId="3546703856" sldId="7013"/>
            <ac:picMk id="7" creationId="{D1FF6BA2-3235-70D5-E140-A7BA51EF4F58}"/>
          </ac:picMkLst>
        </pc:picChg>
      </pc:sldChg>
      <pc:sldChg chg="addSp modSp add mod">
        <pc:chgData name="Muhamad Noridham Nordin" userId="a639cc18-6b65-48a2-b638-0c64e5db0a61" providerId="ADAL" clId="{DDC8CFBC-A8E0-4A11-8C89-89BB8B37E8A6}" dt="2026-02-01T15:57:52.342" v="2334" actId="14100"/>
        <pc:sldMkLst>
          <pc:docMk/>
          <pc:sldMk cId="1873745391" sldId="7014"/>
        </pc:sldMkLst>
        <pc:spChg chg="mod">
          <ac:chgData name="Muhamad Noridham Nordin" userId="a639cc18-6b65-48a2-b638-0c64e5db0a61" providerId="ADAL" clId="{DDC8CFBC-A8E0-4A11-8C89-89BB8B37E8A6}" dt="2026-02-01T15:57:29.485" v="2328" actId="404"/>
          <ac:spMkLst>
            <pc:docMk/>
            <pc:sldMk cId="1873745391" sldId="7014"/>
            <ac:spMk id="2" creationId="{99DC76A9-1FDE-D76F-046D-7F5A399674B0}"/>
          </ac:spMkLst>
        </pc:spChg>
        <pc:spChg chg="mod">
          <ac:chgData name="Muhamad Noridham Nordin" userId="a639cc18-6b65-48a2-b638-0c64e5db0a61" providerId="ADAL" clId="{DDC8CFBC-A8E0-4A11-8C89-89BB8B37E8A6}" dt="2026-02-01T15:57:39.673" v="2330" actId="5793"/>
          <ac:spMkLst>
            <pc:docMk/>
            <pc:sldMk cId="1873745391" sldId="7014"/>
            <ac:spMk id="3" creationId="{A75E1FD2-4934-8087-3276-94804D92EFEF}"/>
          </ac:spMkLst>
        </pc:spChg>
        <pc:picChg chg="add mod">
          <ac:chgData name="Muhamad Noridham Nordin" userId="a639cc18-6b65-48a2-b638-0c64e5db0a61" providerId="ADAL" clId="{DDC8CFBC-A8E0-4A11-8C89-89BB8B37E8A6}" dt="2026-02-01T15:57:52.342" v="2334" actId="14100"/>
          <ac:picMkLst>
            <pc:docMk/>
            <pc:sldMk cId="1873745391" sldId="7014"/>
            <ac:picMk id="7" creationId="{4DE733D2-00AD-415E-363B-890AB7E3E94C}"/>
          </ac:picMkLst>
        </pc:picChg>
      </pc:sldChg>
      <pc:sldChg chg="add del">
        <pc:chgData name="Muhamad Noridham Nordin" userId="a639cc18-6b65-48a2-b638-0c64e5db0a61" providerId="ADAL" clId="{DDC8CFBC-A8E0-4A11-8C89-89BB8B37E8A6}" dt="2026-02-01T15:48:43.864" v="2322" actId="47"/>
        <pc:sldMkLst>
          <pc:docMk/>
          <pc:sldMk cId="1492958482" sldId="7015"/>
        </pc:sldMkLst>
      </pc:sldChg>
      <pc:sldChg chg="addSp modSp add mod">
        <pc:chgData name="Muhamad Noridham Nordin" userId="a639cc18-6b65-48a2-b638-0c64e5db0a61" providerId="ADAL" clId="{DDC8CFBC-A8E0-4A11-8C89-89BB8B37E8A6}" dt="2026-02-01T15:59:52.613" v="2362" actId="20577"/>
        <pc:sldMkLst>
          <pc:docMk/>
          <pc:sldMk cId="4178275046" sldId="7015"/>
        </pc:sldMkLst>
        <pc:spChg chg="mod">
          <ac:chgData name="Muhamad Noridham Nordin" userId="a639cc18-6b65-48a2-b638-0c64e5db0a61" providerId="ADAL" clId="{DDC8CFBC-A8E0-4A11-8C89-89BB8B37E8A6}" dt="2026-02-01T15:59:52.613" v="2362" actId="20577"/>
          <ac:spMkLst>
            <pc:docMk/>
            <pc:sldMk cId="4178275046" sldId="7015"/>
            <ac:spMk id="2" creationId="{490D0FBC-DBC6-72CA-2E32-68342470CA16}"/>
          </ac:spMkLst>
        </pc:spChg>
        <pc:spChg chg="mod">
          <ac:chgData name="Muhamad Noridham Nordin" userId="a639cc18-6b65-48a2-b638-0c64e5db0a61" providerId="ADAL" clId="{DDC8CFBC-A8E0-4A11-8C89-89BB8B37E8A6}" dt="2026-02-01T15:59:28.730" v="2344" actId="5793"/>
          <ac:spMkLst>
            <pc:docMk/>
            <pc:sldMk cId="4178275046" sldId="7015"/>
            <ac:spMk id="3" creationId="{A579822E-CCB0-E3FE-5CE4-1F945194492F}"/>
          </ac:spMkLst>
        </pc:spChg>
        <pc:picChg chg="add mod">
          <ac:chgData name="Muhamad Noridham Nordin" userId="a639cc18-6b65-48a2-b638-0c64e5db0a61" providerId="ADAL" clId="{DDC8CFBC-A8E0-4A11-8C89-89BB8B37E8A6}" dt="2026-02-01T15:58:56.135" v="2335"/>
          <ac:picMkLst>
            <pc:docMk/>
            <pc:sldMk cId="4178275046" sldId="7015"/>
            <ac:picMk id="7" creationId="{49143895-80ED-3240-F688-A5E536C04390}"/>
          </ac:picMkLst>
        </pc:picChg>
      </pc:sldChg>
      <pc:sldChg chg="modSp add mod">
        <pc:chgData name="Muhamad Noridham Nordin" userId="a639cc18-6b65-48a2-b638-0c64e5db0a61" providerId="ADAL" clId="{DDC8CFBC-A8E0-4A11-8C89-89BB8B37E8A6}" dt="2026-02-01T15:59:44.897" v="2346" actId="27636"/>
        <pc:sldMkLst>
          <pc:docMk/>
          <pc:sldMk cId="3923518799" sldId="7016"/>
        </pc:sldMkLst>
        <pc:spChg chg="mod">
          <ac:chgData name="Muhamad Noridham Nordin" userId="a639cc18-6b65-48a2-b638-0c64e5db0a61" providerId="ADAL" clId="{DDC8CFBC-A8E0-4A11-8C89-89BB8B37E8A6}" dt="2026-02-01T15:59:44.897" v="2346" actId="27636"/>
          <ac:spMkLst>
            <pc:docMk/>
            <pc:sldMk cId="3923518799" sldId="7016"/>
            <ac:spMk id="3" creationId="{9D0E79DD-466B-2A9B-2319-CB31D03FF310}"/>
          </ac:spMkLst>
        </pc:spChg>
      </pc:sldChg>
      <pc:sldChg chg="addSp modSp add mod">
        <pc:chgData name="Muhamad Noridham Nordin" userId="a639cc18-6b65-48a2-b638-0c64e5db0a61" providerId="ADAL" clId="{DDC8CFBC-A8E0-4A11-8C89-89BB8B37E8A6}" dt="2026-02-01T16:01:14.003" v="2372" actId="1076"/>
        <pc:sldMkLst>
          <pc:docMk/>
          <pc:sldMk cId="2142595323" sldId="7017"/>
        </pc:sldMkLst>
        <pc:spChg chg="mod">
          <ac:chgData name="Muhamad Noridham Nordin" userId="a639cc18-6b65-48a2-b638-0c64e5db0a61" providerId="ADAL" clId="{DDC8CFBC-A8E0-4A11-8C89-89BB8B37E8A6}" dt="2026-02-01T16:00:10.623" v="2365" actId="27636"/>
          <ac:spMkLst>
            <pc:docMk/>
            <pc:sldMk cId="2142595323" sldId="7017"/>
            <ac:spMk id="2" creationId="{3C1E7D05-2FFA-0283-C873-5245D335F1C0}"/>
          </ac:spMkLst>
        </pc:spChg>
        <pc:spChg chg="mod">
          <ac:chgData name="Muhamad Noridham Nordin" userId="a639cc18-6b65-48a2-b638-0c64e5db0a61" providerId="ADAL" clId="{DDC8CFBC-A8E0-4A11-8C89-89BB8B37E8A6}" dt="2026-02-01T16:00:55.483" v="2368" actId="123"/>
          <ac:spMkLst>
            <pc:docMk/>
            <pc:sldMk cId="2142595323" sldId="7017"/>
            <ac:spMk id="3" creationId="{195005DD-D53B-9488-0B91-FDEB606525E9}"/>
          </ac:spMkLst>
        </pc:spChg>
        <pc:picChg chg="add mod">
          <ac:chgData name="Muhamad Noridham Nordin" userId="a639cc18-6b65-48a2-b638-0c64e5db0a61" providerId="ADAL" clId="{DDC8CFBC-A8E0-4A11-8C89-89BB8B37E8A6}" dt="2026-02-01T16:01:14.003" v="2372" actId="1076"/>
          <ac:picMkLst>
            <pc:docMk/>
            <pc:sldMk cId="2142595323" sldId="7017"/>
            <ac:picMk id="7" creationId="{5AACBD95-249D-446E-EB93-14AA42743C64}"/>
          </ac:picMkLst>
        </pc:picChg>
      </pc:sldChg>
      <pc:sldChg chg="addSp modSp add mod">
        <pc:chgData name="Muhamad Noridham Nordin" userId="a639cc18-6b65-48a2-b638-0c64e5db0a61" providerId="ADAL" clId="{DDC8CFBC-A8E0-4A11-8C89-89BB8B37E8A6}" dt="2026-02-01T16:02:17.157" v="2382"/>
        <pc:sldMkLst>
          <pc:docMk/>
          <pc:sldMk cId="1210888780" sldId="7018"/>
        </pc:sldMkLst>
        <pc:spChg chg="mod">
          <ac:chgData name="Muhamad Noridham Nordin" userId="a639cc18-6b65-48a2-b638-0c64e5db0a61" providerId="ADAL" clId="{DDC8CFBC-A8E0-4A11-8C89-89BB8B37E8A6}" dt="2026-02-01T16:02:17.157" v="2382"/>
          <ac:spMkLst>
            <pc:docMk/>
            <pc:sldMk cId="1210888780" sldId="7018"/>
            <ac:spMk id="2" creationId="{D86C4EB3-ECF5-AC7A-1E30-D18B020AF471}"/>
          </ac:spMkLst>
        </pc:spChg>
        <pc:spChg chg="mod">
          <ac:chgData name="Muhamad Noridham Nordin" userId="a639cc18-6b65-48a2-b638-0c64e5db0a61" providerId="ADAL" clId="{DDC8CFBC-A8E0-4A11-8C89-89BB8B37E8A6}" dt="2026-02-01T16:01:55.141" v="2377" actId="20577"/>
          <ac:spMkLst>
            <pc:docMk/>
            <pc:sldMk cId="1210888780" sldId="7018"/>
            <ac:spMk id="3" creationId="{25B980E9-BD87-C68F-9514-1EBA313E3F53}"/>
          </ac:spMkLst>
        </pc:spChg>
        <pc:picChg chg="add mod">
          <ac:chgData name="Muhamad Noridham Nordin" userId="a639cc18-6b65-48a2-b638-0c64e5db0a61" providerId="ADAL" clId="{DDC8CFBC-A8E0-4A11-8C89-89BB8B37E8A6}" dt="2026-02-01T16:02:07.438" v="2381" actId="14100"/>
          <ac:picMkLst>
            <pc:docMk/>
            <pc:sldMk cId="1210888780" sldId="7018"/>
            <ac:picMk id="7" creationId="{BEF77B91-D37E-22EC-A95C-8AADB056A542}"/>
          </ac:picMkLst>
        </pc:picChg>
      </pc:sldChg>
      <pc:sldChg chg="modSp add mod">
        <pc:chgData name="Muhamad Noridham Nordin" userId="a639cc18-6b65-48a2-b638-0c64e5db0a61" providerId="ADAL" clId="{DDC8CFBC-A8E0-4A11-8C89-89BB8B37E8A6}" dt="2026-02-01T16:03:00.708" v="2389" actId="403"/>
        <pc:sldMkLst>
          <pc:docMk/>
          <pc:sldMk cId="2803522792" sldId="7019"/>
        </pc:sldMkLst>
        <pc:spChg chg="mod">
          <ac:chgData name="Muhamad Noridham Nordin" userId="a639cc18-6b65-48a2-b638-0c64e5db0a61" providerId="ADAL" clId="{DDC8CFBC-A8E0-4A11-8C89-89BB8B37E8A6}" dt="2026-02-01T16:02:27.336" v="2383"/>
          <ac:spMkLst>
            <pc:docMk/>
            <pc:sldMk cId="2803522792" sldId="7019"/>
            <ac:spMk id="2" creationId="{A5939126-7BEF-EF24-935A-042C7E10F42F}"/>
          </ac:spMkLst>
        </pc:spChg>
        <pc:spChg chg="mod">
          <ac:chgData name="Muhamad Noridham Nordin" userId="a639cc18-6b65-48a2-b638-0c64e5db0a61" providerId="ADAL" clId="{DDC8CFBC-A8E0-4A11-8C89-89BB8B37E8A6}" dt="2026-02-01T16:03:00.708" v="2389" actId="403"/>
          <ac:spMkLst>
            <pc:docMk/>
            <pc:sldMk cId="2803522792" sldId="7019"/>
            <ac:spMk id="3" creationId="{0EE2175B-0B7C-D174-EB10-258C20CB2EE7}"/>
          </ac:spMkLst>
        </pc:spChg>
      </pc:sldChg>
      <pc:sldChg chg="modSp add del">
        <pc:chgData name="Muhamad Noridham Nordin" userId="a639cc18-6b65-48a2-b638-0c64e5db0a61" providerId="ADAL" clId="{DDC8CFBC-A8E0-4A11-8C89-89BB8B37E8A6}" dt="2026-02-01T16:03:18.680" v="2390" actId="47"/>
        <pc:sldMkLst>
          <pc:docMk/>
          <pc:sldMk cId="1695264923" sldId="7020"/>
        </pc:sldMkLst>
        <pc:spChg chg="mod">
          <ac:chgData name="Muhamad Noridham Nordin" userId="a639cc18-6b65-48a2-b638-0c64e5db0a61" providerId="ADAL" clId="{DDC8CFBC-A8E0-4A11-8C89-89BB8B37E8A6}" dt="2026-02-01T16:02:31.099" v="2384"/>
          <ac:spMkLst>
            <pc:docMk/>
            <pc:sldMk cId="1695264923" sldId="7020"/>
            <ac:spMk id="2" creationId="{3740F1E2-EB04-494E-C1B5-2115E8D98824}"/>
          </ac:spMkLst>
        </pc:spChg>
      </pc:sldChg>
      <pc:sldChg chg="add del">
        <pc:chgData name="Muhamad Noridham Nordin" userId="a639cc18-6b65-48a2-b638-0c64e5db0a61" providerId="ADAL" clId="{DDC8CFBC-A8E0-4A11-8C89-89BB8B37E8A6}" dt="2026-02-01T13:57:12.509" v="1645"/>
        <pc:sldMkLst>
          <pc:docMk/>
          <pc:sldMk cId="971666342" sldId="7026"/>
        </pc:sldMkLst>
      </pc:sldChg>
      <pc:sldMasterChg chg="delSldLayout">
        <pc:chgData name="Muhamad Noridham Nordin" userId="a639cc18-6b65-48a2-b638-0c64e5db0a61" providerId="ADAL" clId="{DDC8CFBC-A8E0-4A11-8C89-89BB8B37E8A6}" dt="2026-02-01T12:25:41.620" v="1014" actId="47"/>
        <pc:sldMasterMkLst>
          <pc:docMk/>
          <pc:sldMasterMk cId="423047466" sldId="2147483648"/>
        </pc:sldMasterMkLst>
        <pc:sldLayoutChg chg="del">
          <pc:chgData name="Muhamad Noridham Nordin" userId="a639cc18-6b65-48a2-b638-0c64e5db0a61" providerId="ADAL" clId="{DDC8CFBC-A8E0-4A11-8C89-89BB8B37E8A6}" dt="2026-02-01T12:25:41.620" v="1014" actId="47"/>
          <pc:sldLayoutMkLst>
            <pc:docMk/>
            <pc:sldMasterMk cId="423047466" sldId="2147483648"/>
            <pc:sldLayoutMk cId="1060469307" sldId="2147483673"/>
          </pc:sldLayoutMkLst>
        </pc:sldLayoutChg>
      </pc:sldMasterChg>
      <pc:sldMasterChg chg="add del addSldLayout delSldLayout">
        <pc:chgData name="Muhamad Noridham Nordin" userId="a639cc18-6b65-48a2-b638-0c64e5db0a61" providerId="ADAL" clId="{DDC8CFBC-A8E0-4A11-8C89-89BB8B37E8A6}" dt="2026-01-30T17:37:38.127" v="195" actId="47"/>
        <pc:sldMasterMkLst>
          <pc:docMk/>
          <pc:sldMasterMk cId="10432690" sldId="2147483661"/>
        </pc:sldMasterMkLst>
        <pc:sldLayoutChg chg="add del">
          <pc:chgData name="Muhamad Noridham Nordin" userId="a639cc18-6b65-48a2-b638-0c64e5db0a61" providerId="ADAL" clId="{DDC8CFBC-A8E0-4A11-8C89-89BB8B37E8A6}" dt="2026-01-30T17:37:38.127" v="195" actId="47"/>
          <pc:sldLayoutMkLst>
            <pc:docMk/>
            <pc:sldMasterMk cId="10432690" sldId="2147483661"/>
            <pc:sldLayoutMk cId="943804079" sldId="2147483662"/>
          </pc:sldLayoutMkLst>
        </pc:sldLayoutChg>
        <pc:sldLayoutChg chg="add del">
          <pc:chgData name="Muhamad Noridham Nordin" userId="a639cc18-6b65-48a2-b638-0c64e5db0a61" providerId="ADAL" clId="{DDC8CFBC-A8E0-4A11-8C89-89BB8B37E8A6}" dt="2026-01-30T17:37:38.127" v="195" actId="47"/>
          <pc:sldLayoutMkLst>
            <pc:docMk/>
            <pc:sldMasterMk cId="10432690" sldId="2147483661"/>
            <pc:sldLayoutMk cId="889937661" sldId="2147483663"/>
          </pc:sldLayoutMkLst>
        </pc:sldLayoutChg>
        <pc:sldLayoutChg chg="add del">
          <pc:chgData name="Muhamad Noridham Nordin" userId="a639cc18-6b65-48a2-b638-0c64e5db0a61" providerId="ADAL" clId="{DDC8CFBC-A8E0-4A11-8C89-89BB8B37E8A6}" dt="2026-01-30T17:37:38.127" v="195" actId="47"/>
          <pc:sldLayoutMkLst>
            <pc:docMk/>
            <pc:sldMasterMk cId="10432690" sldId="2147483661"/>
            <pc:sldLayoutMk cId="2863822520" sldId="2147483664"/>
          </pc:sldLayoutMkLst>
        </pc:sldLayoutChg>
        <pc:sldLayoutChg chg="add del">
          <pc:chgData name="Muhamad Noridham Nordin" userId="a639cc18-6b65-48a2-b638-0c64e5db0a61" providerId="ADAL" clId="{DDC8CFBC-A8E0-4A11-8C89-89BB8B37E8A6}" dt="2026-01-30T17:37:38.127" v="195" actId="47"/>
          <pc:sldLayoutMkLst>
            <pc:docMk/>
            <pc:sldMasterMk cId="10432690" sldId="2147483661"/>
            <pc:sldLayoutMk cId="3845032014" sldId="2147483665"/>
          </pc:sldLayoutMkLst>
        </pc:sldLayoutChg>
        <pc:sldLayoutChg chg="add del">
          <pc:chgData name="Muhamad Noridham Nordin" userId="a639cc18-6b65-48a2-b638-0c64e5db0a61" providerId="ADAL" clId="{DDC8CFBC-A8E0-4A11-8C89-89BB8B37E8A6}" dt="2026-01-30T17:37:38.127" v="195" actId="47"/>
          <pc:sldLayoutMkLst>
            <pc:docMk/>
            <pc:sldMasterMk cId="10432690" sldId="2147483661"/>
            <pc:sldLayoutMk cId="1268616507" sldId="2147483666"/>
          </pc:sldLayoutMkLst>
        </pc:sldLayoutChg>
        <pc:sldLayoutChg chg="add del">
          <pc:chgData name="Muhamad Noridham Nordin" userId="a639cc18-6b65-48a2-b638-0c64e5db0a61" providerId="ADAL" clId="{DDC8CFBC-A8E0-4A11-8C89-89BB8B37E8A6}" dt="2026-01-30T17:37:38.127" v="195" actId="47"/>
          <pc:sldLayoutMkLst>
            <pc:docMk/>
            <pc:sldMasterMk cId="10432690" sldId="2147483661"/>
            <pc:sldLayoutMk cId="3336110714" sldId="2147483667"/>
          </pc:sldLayoutMkLst>
        </pc:sldLayoutChg>
        <pc:sldLayoutChg chg="add del">
          <pc:chgData name="Muhamad Noridham Nordin" userId="a639cc18-6b65-48a2-b638-0c64e5db0a61" providerId="ADAL" clId="{DDC8CFBC-A8E0-4A11-8C89-89BB8B37E8A6}" dt="2026-01-30T17:37:38.127" v="195" actId="47"/>
          <pc:sldLayoutMkLst>
            <pc:docMk/>
            <pc:sldMasterMk cId="10432690" sldId="2147483661"/>
            <pc:sldLayoutMk cId="1825894887" sldId="2147483668"/>
          </pc:sldLayoutMkLst>
        </pc:sldLayoutChg>
        <pc:sldLayoutChg chg="add del">
          <pc:chgData name="Muhamad Noridham Nordin" userId="a639cc18-6b65-48a2-b638-0c64e5db0a61" providerId="ADAL" clId="{DDC8CFBC-A8E0-4A11-8C89-89BB8B37E8A6}" dt="2026-01-30T17:37:38.127" v="195" actId="47"/>
          <pc:sldLayoutMkLst>
            <pc:docMk/>
            <pc:sldMasterMk cId="10432690" sldId="2147483661"/>
            <pc:sldLayoutMk cId="1295291176" sldId="2147483669"/>
          </pc:sldLayoutMkLst>
        </pc:sldLayoutChg>
        <pc:sldLayoutChg chg="add del">
          <pc:chgData name="Muhamad Noridham Nordin" userId="a639cc18-6b65-48a2-b638-0c64e5db0a61" providerId="ADAL" clId="{DDC8CFBC-A8E0-4A11-8C89-89BB8B37E8A6}" dt="2026-01-30T17:37:38.127" v="195" actId="47"/>
          <pc:sldLayoutMkLst>
            <pc:docMk/>
            <pc:sldMasterMk cId="10432690" sldId="2147483661"/>
            <pc:sldLayoutMk cId="680390622" sldId="2147483670"/>
          </pc:sldLayoutMkLst>
        </pc:sldLayoutChg>
        <pc:sldLayoutChg chg="add del">
          <pc:chgData name="Muhamad Noridham Nordin" userId="a639cc18-6b65-48a2-b638-0c64e5db0a61" providerId="ADAL" clId="{DDC8CFBC-A8E0-4A11-8C89-89BB8B37E8A6}" dt="2026-01-30T17:37:38.127" v="195" actId="47"/>
          <pc:sldLayoutMkLst>
            <pc:docMk/>
            <pc:sldMasterMk cId="10432690" sldId="2147483661"/>
            <pc:sldLayoutMk cId="2514505348" sldId="2147483671"/>
          </pc:sldLayoutMkLst>
        </pc:sldLayoutChg>
        <pc:sldLayoutChg chg="add del">
          <pc:chgData name="Muhamad Noridham Nordin" userId="a639cc18-6b65-48a2-b638-0c64e5db0a61" providerId="ADAL" clId="{DDC8CFBC-A8E0-4A11-8C89-89BB8B37E8A6}" dt="2026-01-30T17:37:38.127" v="195" actId="47"/>
          <pc:sldLayoutMkLst>
            <pc:docMk/>
            <pc:sldMasterMk cId="10432690" sldId="2147483661"/>
            <pc:sldLayoutMk cId="2688873266" sldId="2147483672"/>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82D281-8773-4C89-966E-486655E9FBAB}"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MY"/>
        </a:p>
      </dgm:t>
    </dgm:pt>
    <dgm:pt modelId="{33EEFA95-623F-4EF4-94EF-ABE91F1EC8F0}">
      <dgm:prSet phldrT="[Text]" phldr="0"/>
      <dgm:spPr>
        <a:ln w="57150">
          <a:solidFill>
            <a:srgbClr val="FF0000"/>
          </a:solidFill>
        </a:ln>
      </dgm:spPr>
      <dgm:t>
        <a:bodyPr/>
        <a:lstStyle/>
        <a:p>
          <a:r>
            <a:rPr lang="en-MY" b="1" dirty="0"/>
            <a:t>CU 1</a:t>
          </a:r>
        </a:p>
      </dgm:t>
    </dgm:pt>
    <dgm:pt modelId="{C2A7C651-FC2C-4C3A-ABCB-2BD6B4C6C26F}" type="parTrans" cxnId="{8E24BD78-6900-4C77-8D7C-D39DEDE4FFDD}">
      <dgm:prSet/>
      <dgm:spPr/>
      <dgm:t>
        <a:bodyPr/>
        <a:lstStyle/>
        <a:p>
          <a:endParaRPr lang="en-MY"/>
        </a:p>
      </dgm:t>
    </dgm:pt>
    <dgm:pt modelId="{A6CC0F36-2685-4CFE-B77F-66803828A136}" type="sibTrans" cxnId="{8E24BD78-6900-4C77-8D7C-D39DEDE4FFDD}">
      <dgm:prSet/>
      <dgm:spPr/>
      <dgm:t>
        <a:bodyPr/>
        <a:lstStyle/>
        <a:p>
          <a:endParaRPr lang="en-MY"/>
        </a:p>
      </dgm:t>
    </dgm:pt>
    <dgm:pt modelId="{0D8E67DB-E16A-4BB4-89FB-90B827B120E5}">
      <dgm:prSet phldrT="[Text]" custT="1"/>
      <dgm:spPr/>
      <dgm:t>
        <a:bodyPr/>
        <a:lstStyle/>
        <a:p>
          <a:r>
            <a:rPr lang="en-US" sz="1600" spc="-31" dirty="0">
              <a:solidFill>
                <a:schemeClr val="bg1"/>
              </a:solidFill>
              <a:latin typeface="+mn-lt"/>
              <a:ea typeface="Red Hat Display"/>
              <a:cs typeface="Red Hat Display"/>
              <a:sym typeface="Red Hat Display"/>
            </a:rPr>
            <a:t>Coordinate Pre-Audit Meeting</a:t>
          </a:r>
          <a:endParaRPr lang="en-MY" sz="1600" dirty="0">
            <a:solidFill>
              <a:schemeClr val="bg1"/>
            </a:solidFill>
            <a:latin typeface="+mn-lt"/>
          </a:endParaRPr>
        </a:p>
      </dgm:t>
    </dgm:pt>
    <dgm:pt modelId="{6C7AAA45-75E0-4A04-B0CE-82FBCEDBD5DA}" type="parTrans" cxnId="{A4A8762B-83CE-46BC-8B96-293EBD4E5E24}">
      <dgm:prSet/>
      <dgm:spPr/>
      <dgm:t>
        <a:bodyPr/>
        <a:lstStyle/>
        <a:p>
          <a:endParaRPr lang="en-MY"/>
        </a:p>
      </dgm:t>
    </dgm:pt>
    <dgm:pt modelId="{3ED34F91-BA1E-484C-B3C7-7AA485AA6A8A}" type="sibTrans" cxnId="{A4A8762B-83CE-46BC-8B96-293EBD4E5E24}">
      <dgm:prSet/>
      <dgm:spPr/>
      <dgm:t>
        <a:bodyPr/>
        <a:lstStyle/>
        <a:p>
          <a:endParaRPr lang="en-MY"/>
        </a:p>
      </dgm:t>
    </dgm:pt>
    <dgm:pt modelId="{6EF42073-304E-4146-82FA-F17D8D1F04A9}">
      <dgm:prSet phldrT="[Text]" phldr="0"/>
      <dgm:spPr>
        <a:ln w="57150">
          <a:solidFill>
            <a:srgbClr val="FF0000"/>
          </a:solidFill>
        </a:ln>
      </dgm:spPr>
      <dgm:t>
        <a:bodyPr/>
        <a:lstStyle/>
        <a:p>
          <a:r>
            <a:rPr lang="en-MY" b="1" dirty="0"/>
            <a:t>CU 2</a:t>
          </a:r>
        </a:p>
      </dgm:t>
    </dgm:pt>
    <dgm:pt modelId="{D0ECA755-F51E-444C-8C7D-20208CAEDEC1}" type="parTrans" cxnId="{761B752C-4BAA-4F11-8449-CECDB21F6A5B}">
      <dgm:prSet/>
      <dgm:spPr/>
      <dgm:t>
        <a:bodyPr/>
        <a:lstStyle/>
        <a:p>
          <a:endParaRPr lang="en-MY"/>
        </a:p>
      </dgm:t>
    </dgm:pt>
    <dgm:pt modelId="{7E6C0462-1A18-4535-A472-A67DF7EA7838}" type="sibTrans" cxnId="{761B752C-4BAA-4F11-8449-CECDB21F6A5B}">
      <dgm:prSet/>
      <dgm:spPr/>
      <dgm:t>
        <a:bodyPr/>
        <a:lstStyle/>
        <a:p>
          <a:endParaRPr lang="en-MY"/>
        </a:p>
      </dgm:t>
    </dgm:pt>
    <dgm:pt modelId="{5C8783CF-7B6F-404F-A2BC-0B94523256E5}">
      <dgm:prSet phldrT="[Text]" custT="1"/>
      <dgm:spPr/>
      <dgm:t>
        <a:bodyPr/>
        <a:lstStyle/>
        <a:p>
          <a:r>
            <a:rPr lang="en-US" sz="1600" spc="-31" dirty="0">
              <a:solidFill>
                <a:schemeClr val="bg1"/>
              </a:solidFill>
              <a:latin typeface="+mn-lt"/>
              <a:ea typeface="Red Hat Display"/>
              <a:cs typeface="Red Hat Display"/>
              <a:sym typeface="Red Hat Display"/>
            </a:rPr>
            <a:t>Prepare Audit Tools</a:t>
          </a:r>
          <a:endParaRPr lang="en-MY" sz="1600" dirty="0">
            <a:solidFill>
              <a:schemeClr val="bg1"/>
            </a:solidFill>
            <a:latin typeface="+mn-lt"/>
          </a:endParaRPr>
        </a:p>
      </dgm:t>
    </dgm:pt>
    <dgm:pt modelId="{1A586F0C-A86E-41F8-BC50-A1423F0DC060}" type="parTrans" cxnId="{17BD6042-2CF1-49B4-89C9-1012DDAC8EA2}">
      <dgm:prSet/>
      <dgm:spPr/>
      <dgm:t>
        <a:bodyPr/>
        <a:lstStyle/>
        <a:p>
          <a:endParaRPr lang="en-MY"/>
        </a:p>
      </dgm:t>
    </dgm:pt>
    <dgm:pt modelId="{050581AA-6CF2-48BE-BDCE-C88EDCCF5FC4}" type="sibTrans" cxnId="{17BD6042-2CF1-49B4-89C9-1012DDAC8EA2}">
      <dgm:prSet/>
      <dgm:spPr/>
      <dgm:t>
        <a:bodyPr/>
        <a:lstStyle/>
        <a:p>
          <a:endParaRPr lang="en-MY"/>
        </a:p>
      </dgm:t>
    </dgm:pt>
    <dgm:pt modelId="{839E9107-E560-4491-99ED-E60D3BF0EBF9}">
      <dgm:prSet phldrT="[Text]" phldr="0"/>
      <dgm:spPr/>
      <dgm:t>
        <a:bodyPr/>
        <a:lstStyle/>
        <a:p>
          <a:r>
            <a:rPr lang="en-MY" b="1" dirty="0"/>
            <a:t>CU 3</a:t>
          </a:r>
        </a:p>
      </dgm:t>
    </dgm:pt>
    <dgm:pt modelId="{04DA00F2-B619-4B09-9501-D4DFD545E146}" type="parTrans" cxnId="{121BCE45-E482-4058-8701-4D2D4D345C93}">
      <dgm:prSet/>
      <dgm:spPr/>
      <dgm:t>
        <a:bodyPr/>
        <a:lstStyle/>
        <a:p>
          <a:endParaRPr lang="en-MY"/>
        </a:p>
      </dgm:t>
    </dgm:pt>
    <dgm:pt modelId="{38920ECD-4BE4-4C43-B7E8-2DAD8352443F}" type="sibTrans" cxnId="{121BCE45-E482-4058-8701-4D2D4D345C93}">
      <dgm:prSet/>
      <dgm:spPr/>
      <dgm:t>
        <a:bodyPr/>
        <a:lstStyle/>
        <a:p>
          <a:endParaRPr lang="en-MY"/>
        </a:p>
      </dgm:t>
    </dgm:pt>
    <dgm:pt modelId="{2FB22796-33C1-44B6-BEBC-E689D099EC63}">
      <dgm:prSet phldrT="[Text]" custT="1"/>
      <dgm:spPr/>
      <dgm:t>
        <a:bodyPr/>
        <a:lstStyle/>
        <a:p>
          <a:r>
            <a:rPr lang="en-US" sz="1600" spc="-31" dirty="0">
              <a:solidFill>
                <a:schemeClr val="bg1"/>
              </a:solidFill>
              <a:latin typeface="+mn-lt"/>
              <a:ea typeface="Red Hat Display"/>
              <a:cs typeface="Red Hat Display"/>
              <a:sym typeface="Red Hat Display"/>
            </a:rPr>
            <a:t>Coordinate Opening Meeting</a:t>
          </a:r>
          <a:endParaRPr lang="en-MY" sz="1600" dirty="0">
            <a:solidFill>
              <a:schemeClr val="bg1"/>
            </a:solidFill>
            <a:latin typeface="+mn-lt"/>
          </a:endParaRPr>
        </a:p>
      </dgm:t>
    </dgm:pt>
    <dgm:pt modelId="{3F61B2F0-ED61-4016-9734-CCA11FDEEA2F}" type="parTrans" cxnId="{006475F6-D99B-40DD-AE26-A8BEC3F4ED80}">
      <dgm:prSet/>
      <dgm:spPr/>
      <dgm:t>
        <a:bodyPr/>
        <a:lstStyle/>
        <a:p>
          <a:endParaRPr lang="en-MY"/>
        </a:p>
      </dgm:t>
    </dgm:pt>
    <dgm:pt modelId="{E78E42B3-6AC7-4C2C-8895-D755F792D6D2}" type="sibTrans" cxnId="{006475F6-D99B-40DD-AE26-A8BEC3F4ED80}">
      <dgm:prSet/>
      <dgm:spPr/>
      <dgm:t>
        <a:bodyPr/>
        <a:lstStyle/>
        <a:p>
          <a:endParaRPr lang="en-MY"/>
        </a:p>
      </dgm:t>
    </dgm:pt>
    <dgm:pt modelId="{50AA1684-6A96-40EF-ACD5-E0051F6ABCE3}">
      <dgm:prSet phldrT="[Text]" phldr="0"/>
      <dgm:spPr/>
      <dgm:t>
        <a:bodyPr/>
        <a:lstStyle/>
        <a:p>
          <a:r>
            <a:rPr lang="en-MY" b="1" dirty="0"/>
            <a:t>CU 4</a:t>
          </a:r>
        </a:p>
      </dgm:t>
    </dgm:pt>
    <dgm:pt modelId="{8E8C6692-8FE0-4FB5-A7A9-F1B0E389D86A}" type="parTrans" cxnId="{7C8DBC80-EFEA-4341-8CEA-8316EED750A1}">
      <dgm:prSet/>
      <dgm:spPr/>
      <dgm:t>
        <a:bodyPr/>
        <a:lstStyle/>
        <a:p>
          <a:endParaRPr lang="en-MY"/>
        </a:p>
      </dgm:t>
    </dgm:pt>
    <dgm:pt modelId="{4A36F6C2-4D45-4948-B0B9-F1B1F18C9007}" type="sibTrans" cxnId="{7C8DBC80-EFEA-4341-8CEA-8316EED750A1}">
      <dgm:prSet/>
      <dgm:spPr/>
      <dgm:t>
        <a:bodyPr/>
        <a:lstStyle/>
        <a:p>
          <a:endParaRPr lang="en-MY"/>
        </a:p>
      </dgm:t>
    </dgm:pt>
    <dgm:pt modelId="{6B6C2DBB-CDF7-42BC-83E8-0375CA5AD0EB}">
      <dgm:prSet phldrT="[Text]" phldr="0"/>
      <dgm:spPr/>
      <dgm:t>
        <a:bodyPr/>
        <a:lstStyle/>
        <a:p>
          <a:r>
            <a:rPr lang="en-MY" b="1" dirty="0"/>
            <a:t>CU 5</a:t>
          </a:r>
        </a:p>
      </dgm:t>
    </dgm:pt>
    <dgm:pt modelId="{A30633DE-4F98-4387-A965-EB4F9ECF9990}" type="parTrans" cxnId="{9EE358AF-E67C-44D8-A884-325656686F6F}">
      <dgm:prSet/>
      <dgm:spPr/>
      <dgm:t>
        <a:bodyPr/>
        <a:lstStyle/>
        <a:p>
          <a:endParaRPr lang="en-MY"/>
        </a:p>
      </dgm:t>
    </dgm:pt>
    <dgm:pt modelId="{AFBAA778-2BE2-4969-BBFE-903431DEBD0D}" type="sibTrans" cxnId="{9EE358AF-E67C-44D8-A884-325656686F6F}">
      <dgm:prSet/>
      <dgm:spPr/>
      <dgm:t>
        <a:bodyPr/>
        <a:lstStyle/>
        <a:p>
          <a:endParaRPr lang="en-MY"/>
        </a:p>
      </dgm:t>
    </dgm:pt>
    <dgm:pt modelId="{FDA06B78-3AFD-44F1-9FAB-7A66EEDEA4A8}">
      <dgm:prSet phldrT="[Text]" phldr="0" custT="1"/>
      <dgm:spPr/>
      <dgm:t>
        <a:bodyPr/>
        <a:lstStyle/>
        <a:p>
          <a:r>
            <a:rPr lang="en-US" sz="1600" spc="-31" dirty="0">
              <a:solidFill>
                <a:schemeClr val="bg1"/>
              </a:solidFill>
              <a:latin typeface="+mn-lt"/>
              <a:ea typeface="Red Hat Display"/>
              <a:cs typeface="Red Hat Display"/>
              <a:sym typeface="Red Hat Display"/>
            </a:rPr>
            <a:t>Carry Out Documentation Audit</a:t>
          </a:r>
          <a:endParaRPr lang="en-MY" sz="1600" dirty="0">
            <a:solidFill>
              <a:schemeClr val="bg1"/>
            </a:solidFill>
            <a:latin typeface="+mn-lt"/>
          </a:endParaRPr>
        </a:p>
      </dgm:t>
    </dgm:pt>
    <dgm:pt modelId="{106325DC-89E4-4089-A996-F0C88AD6E7BF}" type="parTrans" cxnId="{E75B617F-A46F-4B66-9EC5-41831AFF572F}">
      <dgm:prSet/>
      <dgm:spPr/>
      <dgm:t>
        <a:bodyPr/>
        <a:lstStyle/>
        <a:p>
          <a:endParaRPr lang="en-MY"/>
        </a:p>
      </dgm:t>
    </dgm:pt>
    <dgm:pt modelId="{D53713DD-4533-4D6B-B435-EE5DF4E5A615}" type="sibTrans" cxnId="{E75B617F-A46F-4B66-9EC5-41831AFF572F}">
      <dgm:prSet/>
      <dgm:spPr/>
      <dgm:t>
        <a:bodyPr/>
        <a:lstStyle/>
        <a:p>
          <a:endParaRPr lang="en-MY"/>
        </a:p>
      </dgm:t>
    </dgm:pt>
    <dgm:pt modelId="{6D22E321-E561-4636-BE7A-DEFBF856FA39}">
      <dgm:prSet phldrT="[Text]" phldr="0" custT="1"/>
      <dgm:spPr/>
      <dgm:t>
        <a:bodyPr/>
        <a:lstStyle/>
        <a:p>
          <a:r>
            <a:rPr lang="en-US" sz="1600" spc="-31" dirty="0">
              <a:solidFill>
                <a:schemeClr val="bg1"/>
              </a:solidFill>
              <a:latin typeface="+mn-lt"/>
              <a:ea typeface="Red Hat Display"/>
              <a:cs typeface="Red Hat Display"/>
              <a:sym typeface="Red Hat Display"/>
            </a:rPr>
            <a:t>Carry Out On-Site Audit</a:t>
          </a:r>
          <a:endParaRPr lang="en-MY" sz="1600" dirty="0">
            <a:solidFill>
              <a:schemeClr val="bg1"/>
            </a:solidFill>
            <a:latin typeface="+mn-lt"/>
          </a:endParaRPr>
        </a:p>
      </dgm:t>
    </dgm:pt>
    <dgm:pt modelId="{B41F0106-FED3-48D2-8CEF-E7106810771A}" type="parTrans" cxnId="{08EF57C5-001C-4C18-870F-22026E3E5E0E}">
      <dgm:prSet/>
      <dgm:spPr/>
      <dgm:t>
        <a:bodyPr/>
        <a:lstStyle/>
        <a:p>
          <a:endParaRPr lang="en-MY"/>
        </a:p>
      </dgm:t>
    </dgm:pt>
    <dgm:pt modelId="{966F4801-C73D-4603-A6FA-FBBA75C1958D}" type="sibTrans" cxnId="{08EF57C5-001C-4C18-870F-22026E3E5E0E}">
      <dgm:prSet/>
      <dgm:spPr/>
      <dgm:t>
        <a:bodyPr/>
        <a:lstStyle/>
        <a:p>
          <a:endParaRPr lang="en-MY"/>
        </a:p>
      </dgm:t>
    </dgm:pt>
    <dgm:pt modelId="{9138DC69-B680-4C79-B9D0-72FC19A9FFA0}">
      <dgm:prSet phldrT="[Text]" phldr="0"/>
      <dgm:spPr/>
      <dgm:t>
        <a:bodyPr/>
        <a:lstStyle/>
        <a:p>
          <a:r>
            <a:rPr lang="en-MY" b="1" dirty="0"/>
            <a:t>CU 6</a:t>
          </a:r>
        </a:p>
      </dgm:t>
    </dgm:pt>
    <dgm:pt modelId="{52E72CD2-3F43-423A-AD67-260C23830F9C}" type="parTrans" cxnId="{89D30EB0-C4C8-4AC5-9AED-E0561BE4B1B8}">
      <dgm:prSet/>
      <dgm:spPr/>
      <dgm:t>
        <a:bodyPr/>
        <a:lstStyle/>
        <a:p>
          <a:endParaRPr lang="en-MY"/>
        </a:p>
      </dgm:t>
    </dgm:pt>
    <dgm:pt modelId="{2B75CFD2-E3F9-4018-8DD4-BD87ED13B873}" type="sibTrans" cxnId="{89D30EB0-C4C8-4AC5-9AED-E0561BE4B1B8}">
      <dgm:prSet/>
      <dgm:spPr/>
      <dgm:t>
        <a:bodyPr/>
        <a:lstStyle/>
        <a:p>
          <a:endParaRPr lang="en-MY"/>
        </a:p>
      </dgm:t>
    </dgm:pt>
    <dgm:pt modelId="{645155C0-5586-4E70-A7EB-3699652010DD}">
      <dgm:prSet phldrT="[Text]" phldr="0"/>
      <dgm:spPr/>
      <dgm:t>
        <a:bodyPr/>
        <a:lstStyle/>
        <a:p>
          <a:r>
            <a:rPr lang="en-MY" b="1" dirty="0"/>
            <a:t>CU 7</a:t>
          </a:r>
        </a:p>
      </dgm:t>
    </dgm:pt>
    <dgm:pt modelId="{3366CFEC-CF30-4A82-B926-0E11D0FE797F}" type="parTrans" cxnId="{9EF72150-A17B-4AA0-92F0-0D7261415E2E}">
      <dgm:prSet/>
      <dgm:spPr/>
      <dgm:t>
        <a:bodyPr/>
        <a:lstStyle/>
        <a:p>
          <a:endParaRPr lang="en-MY"/>
        </a:p>
      </dgm:t>
    </dgm:pt>
    <dgm:pt modelId="{F36B0ACF-36B2-491A-8741-2C06B0347DFD}" type="sibTrans" cxnId="{9EF72150-A17B-4AA0-92F0-0D7261415E2E}">
      <dgm:prSet/>
      <dgm:spPr/>
      <dgm:t>
        <a:bodyPr/>
        <a:lstStyle/>
        <a:p>
          <a:endParaRPr lang="en-MY"/>
        </a:p>
      </dgm:t>
    </dgm:pt>
    <dgm:pt modelId="{E3B3D899-BFC8-45C3-B423-284C94572F93}">
      <dgm:prSet phldrT="[Text]" phldr="0"/>
      <dgm:spPr/>
      <dgm:t>
        <a:bodyPr/>
        <a:lstStyle/>
        <a:p>
          <a:r>
            <a:rPr lang="en-MY" b="1" dirty="0"/>
            <a:t>CU 8</a:t>
          </a:r>
        </a:p>
      </dgm:t>
    </dgm:pt>
    <dgm:pt modelId="{D1810C34-9799-4DC6-BAA8-B48D3A42C3CB}" type="parTrans" cxnId="{AB248DD5-1081-4A81-82C6-DE8A3EC70308}">
      <dgm:prSet/>
      <dgm:spPr/>
      <dgm:t>
        <a:bodyPr/>
        <a:lstStyle/>
        <a:p>
          <a:endParaRPr lang="en-MY"/>
        </a:p>
      </dgm:t>
    </dgm:pt>
    <dgm:pt modelId="{814E9A6E-0F77-477F-9793-D33E24BB0ACD}" type="sibTrans" cxnId="{AB248DD5-1081-4A81-82C6-DE8A3EC70308}">
      <dgm:prSet/>
      <dgm:spPr/>
      <dgm:t>
        <a:bodyPr/>
        <a:lstStyle/>
        <a:p>
          <a:endParaRPr lang="en-MY"/>
        </a:p>
      </dgm:t>
    </dgm:pt>
    <dgm:pt modelId="{1E70850F-9A4C-4BCC-9C17-7AE7433E8A96}">
      <dgm:prSet custT="1"/>
      <dgm:spPr/>
      <dgm:t>
        <a:bodyPr/>
        <a:lstStyle/>
        <a:p>
          <a:r>
            <a:rPr lang="en-US" sz="1600" spc="-31" dirty="0">
              <a:solidFill>
                <a:schemeClr val="bg1"/>
              </a:solidFill>
              <a:latin typeface="+mn-lt"/>
              <a:ea typeface="Red Hat Display"/>
              <a:cs typeface="Red Hat Display"/>
              <a:sym typeface="Red Hat Display"/>
            </a:rPr>
            <a:t>Prepare Audit Finding Report</a:t>
          </a:r>
          <a:endParaRPr lang="en-MY" sz="1600" dirty="0">
            <a:solidFill>
              <a:schemeClr val="bg1"/>
            </a:solidFill>
            <a:latin typeface="+mn-lt"/>
          </a:endParaRPr>
        </a:p>
      </dgm:t>
    </dgm:pt>
    <dgm:pt modelId="{1041D0B6-8CA6-432C-964B-22FC2F32AC76}" type="parTrans" cxnId="{AB3C594E-3A2A-491C-96E7-E69803944ADD}">
      <dgm:prSet/>
      <dgm:spPr/>
      <dgm:t>
        <a:bodyPr/>
        <a:lstStyle/>
        <a:p>
          <a:endParaRPr lang="en-MY"/>
        </a:p>
      </dgm:t>
    </dgm:pt>
    <dgm:pt modelId="{AEE621D0-4E01-4C13-8256-CF94446DC278}" type="sibTrans" cxnId="{AB3C594E-3A2A-491C-96E7-E69803944ADD}">
      <dgm:prSet/>
      <dgm:spPr/>
      <dgm:t>
        <a:bodyPr/>
        <a:lstStyle/>
        <a:p>
          <a:endParaRPr lang="en-MY"/>
        </a:p>
      </dgm:t>
    </dgm:pt>
    <dgm:pt modelId="{1FB0413A-79BF-46D8-91DA-BB67140D521D}">
      <dgm:prSet custT="1"/>
      <dgm:spPr/>
      <dgm:t>
        <a:bodyPr/>
        <a:lstStyle/>
        <a:p>
          <a:r>
            <a:rPr lang="en-US" sz="1600" spc="-31" dirty="0">
              <a:solidFill>
                <a:schemeClr val="bg1"/>
              </a:solidFill>
              <a:latin typeface="+mn-lt"/>
              <a:ea typeface="Red Hat Display"/>
              <a:cs typeface="Red Hat Display"/>
              <a:sym typeface="Red Hat Display"/>
            </a:rPr>
            <a:t>Carry Out Audit Closing Meeting</a:t>
          </a:r>
          <a:endParaRPr lang="en-MY" sz="1600" dirty="0">
            <a:solidFill>
              <a:schemeClr val="bg1"/>
            </a:solidFill>
            <a:latin typeface="+mn-lt"/>
          </a:endParaRPr>
        </a:p>
      </dgm:t>
    </dgm:pt>
    <dgm:pt modelId="{60AFD836-C7B5-4308-90C1-F78B6B0133C3}" type="parTrans" cxnId="{2E6AE93D-C0A1-44F5-B564-649E7B7109B0}">
      <dgm:prSet/>
      <dgm:spPr/>
      <dgm:t>
        <a:bodyPr/>
        <a:lstStyle/>
        <a:p>
          <a:endParaRPr lang="en-MY"/>
        </a:p>
      </dgm:t>
    </dgm:pt>
    <dgm:pt modelId="{ACF19323-D0FC-4566-874B-2C94E62671B3}" type="sibTrans" cxnId="{2E6AE93D-C0A1-44F5-B564-649E7B7109B0}">
      <dgm:prSet/>
      <dgm:spPr/>
      <dgm:t>
        <a:bodyPr/>
        <a:lstStyle/>
        <a:p>
          <a:endParaRPr lang="en-MY"/>
        </a:p>
      </dgm:t>
    </dgm:pt>
    <dgm:pt modelId="{81871DE9-93B2-4BBB-B9BC-05C5DC12C192}">
      <dgm:prSet custT="1"/>
      <dgm:spPr/>
      <dgm:t>
        <a:bodyPr/>
        <a:lstStyle/>
        <a:p>
          <a:r>
            <a:rPr lang="en-US" sz="1600" spc="-31" dirty="0">
              <a:solidFill>
                <a:schemeClr val="bg1"/>
              </a:solidFill>
              <a:latin typeface="+mn-lt"/>
              <a:ea typeface="Red Hat Display"/>
              <a:cs typeface="Red Hat Display"/>
              <a:sym typeface="Red Hat Display"/>
            </a:rPr>
            <a:t>Conduct Follow Up Halal Audit</a:t>
          </a:r>
          <a:endParaRPr lang="en-MY" sz="1600" dirty="0">
            <a:solidFill>
              <a:schemeClr val="bg1"/>
            </a:solidFill>
            <a:latin typeface="+mn-lt"/>
          </a:endParaRPr>
        </a:p>
      </dgm:t>
    </dgm:pt>
    <dgm:pt modelId="{D3948964-098E-4862-AA79-A459CF1EAAA4}" type="parTrans" cxnId="{1CFBEAF3-C763-4CA6-8530-A2050096F799}">
      <dgm:prSet/>
      <dgm:spPr/>
      <dgm:t>
        <a:bodyPr/>
        <a:lstStyle/>
        <a:p>
          <a:endParaRPr lang="en-MY"/>
        </a:p>
      </dgm:t>
    </dgm:pt>
    <dgm:pt modelId="{8BCF6A07-DF76-4D28-8005-39FB403417C3}" type="sibTrans" cxnId="{1CFBEAF3-C763-4CA6-8530-A2050096F799}">
      <dgm:prSet/>
      <dgm:spPr/>
      <dgm:t>
        <a:bodyPr/>
        <a:lstStyle/>
        <a:p>
          <a:endParaRPr lang="en-MY"/>
        </a:p>
      </dgm:t>
    </dgm:pt>
    <dgm:pt modelId="{5A86CA4A-F6E4-4B34-ADB4-D5D01ACF6066}" type="pres">
      <dgm:prSet presAssocID="{4E82D281-8773-4C89-966E-486655E9FBAB}" presName="theList" presStyleCnt="0">
        <dgm:presLayoutVars>
          <dgm:dir/>
          <dgm:animLvl val="lvl"/>
          <dgm:resizeHandles val="exact"/>
        </dgm:presLayoutVars>
      </dgm:prSet>
      <dgm:spPr/>
    </dgm:pt>
    <dgm:pt modelId="{A9563CBD-2D9C-402C-97AA-D64189152D45}" type="pres">
      <dgm:prSet presAssocID="{33EEFA95-623F-4EF4-94EF-ABE91F1EC8F0}" presName="compNode" presStyleCnt="0"/>
      <dgm:spPr/>
    </dgm:pt>
    <dgm:pt modelId="{A8D1FBE1-8FBC-4CD2-BA42-73BEE1C31D39}" type="pres">
      <dgm:prSet presAssocID="{33EEFA95-623F-4EF4-94EF-ABE91F1EC8F0}" presName="aNode" presStyleLbl="bgShp" presStyleIdx="0" presStyleCnt="8"/>
      <dgm:spPr/>
    </dgm:pt>
    <dgm:pt modelId="{10EE89B3-C897-4DE8-A39A-AAECB064C4E9}" type="pres">
      <dgm:prSet presAssocID="{33EEFA95-623F-4EF4-94EF-ABE91F1EC8F0}" presName="textNode" presStyleLbl="bgShp" presStyleIdx="0" presStyleCnt="8"/>
      <dgm:spPr/>
    </dgm:pt>
    <dgm:pt modelId="{D32FCF5D-A70D-4715-93B8-79984DF1F46A}" type="pres">
      <dgm:prSet presAssocID="{33EEFA95-623F-4EF4-94EF-ABE91F1EC8F0}" presName="compChildNode" presStyleCnt="0"/>
      <dgm:spPr/>
    </dgm:pt>
    <dgm:pt modelId="{838232A0-C8D2-4EC1-93BD-4817543002D0}" type="pres">
      <dgm:prSet presAssocID="{33EEFA95-623F-4EF4-94EF-ABE91F1EC8F0}" presName="theInnerList" presStyleCnt="0"/>
      <dgm:spPr/>
    </dgm:pt>
    <dgm:pt modelId="{BCEE2F2B-19C4-4497-876F-E9D8C3E6CE36}" type="pres">
      <dgm:prSet presAssocID="{0D8E67DB-E16A-4BB4-89FB-90B827B120E5}" presName="childNode" presStyleLbl="node1" presStyleIdx="0" presStyleCnt="8">
        <dgm:presLayoutVars>
          <dgm:bulletEnabled val="1"/>
        </dgm:presLayoutVars>
      </dgm:prSet>
      <dgm:spPr/>
    </dgm:pt>
    <dgm:pt modelId="{C717A5F2-5F76-4E4C-AABD-EE07AAD22FB2}" type="pres">
      <dgm:prSet presAssocID="{33EEFA95-623F-4EF4-94EF-ABE91F1EC8F0}" presName="aSpace" presStyleCnt="0"/>
      <dgm:spPr/>
    </dgm:pt>
    <dgm:pt modelId="{3BB44D98-3509-44D9-BC61-ABDC4B96C936}" type="pres">
      <dgm:prSet presAssocID="{6EF42073-304E-4146-82FA-F17D8D1F04A9}" presName="compNode" presStyleCnt="0"/>
      <dgm:spPr/>
    </dgm:pt>
    <dgm:pt modelId="{70186531-2BBA-4F58-BDC9-219FC15BECFB}" type="pres">
      <dgm:prSet presAssocID="{6EF42073-304E-4146-82FA-F17D8D1F04A9}" presName="aNode" presStyleLbl="bgShp" presStyleIdx="1" presStyleCnt="8"/>
      <dgm:spPr/>
    </dgm:pt>
    <dgm:pt modelId="{42F69DE3-D774-4D75-AED6-28BADE4EA41D}" type="pres">
      <dgm:prSet presAssocID="{6EF42073-304E-4146-82FA-F17D8D1F04A9}" presName="textNode" presStyleLbl="bgShp" presStyleIdx="1" presStyleCnt="8"/>
      <dgm:spPr/>
    </dgm:pt>
    <dgm:pt modelId="{721C6681-480F-4924-A11E-D91322F750BB}" type="pres">
      <dgm:prSet presAssocID="{6EF42073-304E-4146-82FA-F17D8D1F04A9}" presName="compChildNode" presStyleCnt="0"/>
      <dgm:spPr/>
    </dgm:pt>
    <dgm:pt modelId="{9ADA6F7B-C6CF-4B29-AF69-AD4F43EA89B0}" type="pres">
      <dgm:prSet presAssocID="{6EF42073-304E-4146-82FA-F17D8D1F04A9}" presName="theInnerList" presStyleCnt="0"/>
      <dgm:spPr/>
    </dgm:pt>
    <dgm:pt modelId="{3B93213F-7581-45C1-B766-4E04F9AEA472}" type="pres">
      <dgm:prSet presAssocID="{5C8783CF-7B6F-404F-A2BC-0B94523256E5}" presName="childNode" presStyleLbl="node1" presStyleIdx="1" presStyleCnt="8">
        <dgm:presLayoutVars>
          <dgm:bulletEnabled val="1"/>
        </dgm:presLayoutVars>
      </dgm:prSet>
      <dgm:spPr/>
    </dgm:pt>
    <dgm:pt modelId="{4A4454DA-B370-48E4-974F-6E80930DC10C}" type="pres">
      <dgm:prSet presAssocID="{6EF42073-304E-4146-82FA-F17D8D1F04A9}" presName="aSpace" presStyleCnt="0"/>
      <dgm:spPr/>
    </dgm:pt>
    <dgm:pt modelId="{B2199938-28FB-45CA-B63F-CB628BB2177C}" type="pres">
      <dgm:prSet presAssocID="{839E9107-E560-4491-99ED-E60D3BF0EBF9}" presName="compNode" presStyleCnt="0"/>
      <dgm:spPr/>
    </dgm:pt>
    <dgm:pt modelId="{8AFA8A0F-9195-45C8-93ED-073D282A6B60}" type="pres">
      <dgm:prSet presAssocID="{839E9107-E560-4491-99ED-E60D3BF0EBF9}" presName="aNode" presStyleLbl="bgShp" presStyleIdx="2" presStyleCnt="8"/>
      <dgm:spPr/>
    </dgm:pt>
    <dgm:pt modelId="{DDFA3F6A-9E88-4F82-9308-73B278AC5AAA}" type="pres">
      <dgm:prSet presAssocID="{839E9107-E560-4491-99ED-E60D3BF0EBF9}" presName="textNode" presStyleLbl="bgShp" presStyleIdx="2" presStyleCnt="8"/>
      <dgm:spPr/>
    </dgm:pt>
    <dgm:pt modelId="{2A665C48-2A62-4517-B781-B6885C68779B}" type="pres">
      <dgm:prSet presAssocID="{839E9107-E560-4491-99ED-E60D3BF0EBF9}" presName="compChildNode" presStyleCnt="0"/>
      <dgm:spPr/>
    </dgm:pt>
    <dgm:pt modelId="{F8122B45-1606-4233-AC96-BF15B5C51D41}" type="pres">
      <dgm:prSet presAssocID="{839E9107-E560-4491-99ED-E60D3BF0EBF9}" presName="theInnerList" presStyleCnt="0"/>
      <dgm:spPr/>
    </dgm:pt>
    <dgm:pt modelId="{57DE455B-021D-4F07-AC8D-D6B5B241E1F4}" type="pres">
      <dgm:prSet presAssocID="{2FB22796-33C1-44B6-BEBC-E689D099EC63}" presName="childNode" presStyleLbl="node1" presStyleIdx="2" presStyleCnt="8">
        <dgm:presLayoutVars>
          <dgm:bulletEnabled val="1"/>
        </dgm:presLayoutVars>
      </dgm:prSet>
      <dgm:spPr/>
    </dgm:pt>
    <dgm:pt modelId="{4E054F74-0B42-4506-AE44-EADBAEF1364A}" type="pres">
      <dgm:prSet presAssocID="{839E9107-E560-4491-99ED-E60D3BF0EBF9}" presName="aSpace" presStyleCnt="0"/>
      <dgm:spPr/>
    </dgm:pt>
    <dgm:pt modelId="{1E68DEC7-F3B8-46D4-BF7F-8DF483A40F01}" type="pres">
      <dgm:prSet presAssocID="{50AA1684-6A96-40EF-ACD5-E0051F6ABCE3}" presName="compNode" presStyleCnt="0"/>
      <dgm:spPr/>
    </dgm:pt>
    <dgm:pt modelId="{41A3ACC5-DED0-4818-B78E-13C712C26C3C}" type="pres">
      <dgm:prSet presAssocID="{50AA1684-6A96-40EF-ACD5-E0051F6ABCE3}" presName="aNode" presStyleLbl="bgShp" presStyleIdx="3" presStyleCnt="8"/>
      <dgm:spPr/>
    </dgm:pt>
    <dgm:pt modelId="{C17814BC-38BB-4AEB-A1D3-653AAE50EBB6}" type="pres">
      <dgm:prSet presAssocID="{50AA1684-6A96-40EF-ACD5-E0051F6ABCE3}" presName="textNode" presStyleLbl="bgShp" presStyleIdx="3" presStyleCnt="8"/>
      <dgm:spPr/>
    </dgm:pt>
    <dgm:pt modelId="{580F66E8-6824-46B6-A3CD-0DD5F09DF31E}" type="pres">
      <dgm:prSet presAssocID="{50AA1684-6A96-40EF-ACD5-E0051F6ABCE3}" presName="compChildNode" presStyleCnt="0"/>
      <dgm:spPr/>
    </dgm:pt>
    <dgm:pt modelId="{E4ABFCE2-34EB-44BF-A7DC-18D940D7B175}" type="pres">
      <dgm:prSet presAssocID="{50AA1684-6A96-40EF-ACD5-E0051F6ABCE3}" presName="theInnerList" presStyleCnt="0"/>
      <dgm:spPr/>
    </dgm:pt>
    <dgm:pt modelId="{E2B13DF1-1428-4819-A130-D507AE375098}" type="pres">
      <dgm:prSet presAssocID="{FDA06B78-3AFD-44F1-9FAB-7A66EEDEA4A8}" presName="childNode" presStyleLbl="node1" presStyleIdx="3" presStyleCnt="8">
        <dgm:presLayoutVars>
          <dgm:bulletEnabled val="1"/>
        </dgm:presLayoutVars>
      </dgm:prSet>
      <dgm:spPr/>
    </dgm:pt>
    <dgm:pt modelId="{E9077234-BD57-4D6B-AF31-075F3A6211DE}" type="pres">
      <dgm:prSet presAssocID="{50AA1684-6A96-40EF-ACD5-E0051F6ABCE3}" presName="aSpace" presStyleCnt="0"/>
      <dgm:spPr/>
    </dgm:pt>
    <dgm:pt modelId="{74912EB0-D2F0-4A24-9628-44975BB22B62}" type="pres">
      <dgm:prSet presAssocID="{6B6C2DBB-CDF7-42BC-83E8-0375CA5AD0EB}" presName="compNode" presStyleCnt="0"/>
      <dgm:spPr/>
    </dgm:pt>
    <dgm:pt modelId="{52CC82C5-DD63-465F-B9CC-48904E456318}" type="pres">
      <dgm:prSet presAssocID="{6B6C2DBB-CDF7-42BC-83E8-0375CA5AD0EB}" presName="aNode" presStyleLbl="bgShp" presStyleIdx="4" presStyleCnt="8"/>
      <dgm:spPr/>
    </dgm:pt>
    <dgm:pt modelId="{D0390187-E248-4056-AEE7-EDCF514836DF}" type="pres">
      <dgm:prSet presAssocID="{6B6C2DBB-CDF7-42BC-83E8-0375CA5AD0EB}" presName="textNode" presStyleLbl="bgShp" presStyleIdx="4" presStyleCnt="8"/>
      <dgm:spPr/>
    </dgm:pt>
    <dgm:pt modelId="{3D019485-7803-4584-82EC-7F5211AE1628}" type="pres">
      <dgm:prSet presAssocID="{6B6C2DBB-CDF7-42BC-83E8-0375CA5AD0EB}" presName="compChildNode" presStyleCnt="0"/>
      <dgm:spPr/>
    </dgm:pt>
    <dgm:pt modelId="{B6F443DF-2381-48C4-B771-4828B9FD9B79}" type="pres">
      <dgm:prSet presAssocID="{6B6C2DBB-CDF7-42BC-83E8-0375CA5AD0EB}" presName="theInnerList" presStyleCnt="0"/>
      <dgm:spPr/>
    </dgm:pt>
    <dgm:pt modelId="{28F3E933-E339-44BA-B8C6-6B76B061F3EE}" type="pres">
      <dgm:prSet presAssocID="{6D22E321-E561-4636-BE7A-DEFBF856FA39}" presName="childNode" presStyleLbl="node1" presStyleIdx="4" presStyleCnt="8">
        <dgm:presLayoutVars>
          <dgm:bulletEnabled val="1"/>
        </dgm:presLayoutVars>
      </dgm:prSet>
      <dgm:spPr/>
    </dgm:pt>
    <dgm:pt modelId="{566EA652-0569-459F-AA4A-9377BFC21128}" type="pres">
      <dgm:prSet presAssocID="{6B6C2DBB-CDF7-42BC-83E8-0375CA5AD0EB}" presName="aSpace" presStyleCnt="0"/>
      <dgm:spPr/>
    </dgm:pt>
    <dgm:pt modelId="{1884E599-101A-417F-A45A-7F9D0BFF608E}" type="pres">
      <dgm:prSet presAssocID="{9138DC69-B680-4C79-B9D0-72FC19A9FFA0}" presName="compNode" presStyleCnt="0"/>
      <dgm:spPr/>
    </dgm:pt>
    <dgm:pt modelId="{106DB884-7A58-4319-BA6B-C24D7E516BFD}" type="pres">
      <dgm:prSet presAssocID="{9138DC69-B680-4C79-B9D0-72FC19A9FFA0}" presName="aNode" presStyleLbl="bgShp" presStyleIdx="5" presStyleCnt="8"/>
      <dgm:spPr/>
    </dgm:pt>
    <dgm:pt modelId="{44DDC294-EFD2-4008-A378-DB97235A3A20}" type="pres">
      <dgm:prSet presAssocID="{9138DC69-B680-4C79-B9D0-72FC19A9FFA0}" presName="textNode" presStyleLbl="bgShp" presStyleIdx="5" presStyleCnt="8"/>
      <dgm:spPr/>
    </dgm:pt>
    <dgm:pt modelId="{75D11E4C-1A9F-4B5D-AA98-81C643C57374}" type="pres">
      <dgm:prSet presAssocID="{9138DC69-B680-4C79-B9D0-72FC19A9FFA0}" presName="compChildNode" presStyleCnt="0"/>
      <dgm:spPr/>
    </dgm:pt>
    <dgm:pt modelId="{C7C8A11F-6247-427B-ADA3-E76CB469FACC}" type="pres">
      <dgm:prSet presAssocID="{9138DC69-B680-4C79-B9D0-72FC19A9FFA0}" presName="theInnerList" presStyleCnt="0"/>
      <dgm:spPr/>
    </dgm:pt>
    <dgm:pt modelId="{7D0B4D85-CF29-4F0D-865D-77AB2C0B2B3C}" type="pres">
      <dgm:prSet presAssocID="{1E70850F-9A4C-4BCC-9C17-7AE7433E8A96}" presName="childNode" presStyleLbl="node1" presStyleIdx="5" presStyleCnt="8">
        <dgm:presLayoutVars>
          <dgm:bulletEnabled val="1"/>
        </dgm:presLayoutVars>
      </dgm:prSet>
      <dgm:spPr/>
    </dgm:pt>
    <dgm:pt modelId="{8347E92F-6D9B-4B7E-BBE6-FDBB93AF5ACB}" type="pres">
      <dgm:prSet presAssocID="{9138DC69-B680-4C79-B9D0-72FC19A9FFA0}" presName="aSpace" presStyleCnt="0"/>
      <dgm:spPr/>
    </dgm:pt>
    <dgm:pt modelId="{0A1B0036-EB9F-41B5-AE54-B98D18CED14D}" type="pres">
      <dgm:prSet presAssocID="{645155C0-5586-4E70-A7EB-3699652010DD}" presName="compNode" presStyleCnt="0"/>
      <dgm:spPr/>
    </dgm:pt>
    <dgm:pt modelId="{BA1E3A1A-E106-4A41-BE18-0C1F88639794}" type="pres">
      <dgm:prSet presAssocID="{645155C0-5586-4E70-A7EB-3699652010DD}" presName="aNode" presStyleLbl="bgShp" presStyleIdx="6" presStyleCnt="8"/>
      <dgm:spPr/>
    </dgm:pt>
    <dgm:pt modelId="{88EE4E6D-333B-482A-B2C5-7578D3CA2A7C}" type="pres">
      <dgm:prSet presAssocID="{645155C0-5586-4E70-A7EB-3699652010DD}" presName="textNode" presStyleLbl="bgShp" presStyleIdx="6" presStyleCnt="8"/>
      <dgm:spPr/>
    </dgm:pt>
    <dgm:pt modelId="{7B06692E-0548-44E3-8E18-64A6B0CAB0CE}" type="pres">
      <dgm:prSet presAssocID="{645155C0-5586-4E70-A7EB-3699652010DD}" presName="compChildNode" presStyleCnt="0"/>
      <dgm:spPr/>
    </dgm:pt>
    <dgm:pt modelId="{B3590AE7-55DB-4DC6-A84F-7C1EE4821102}" type="pres">
      <dgm:prSet presAssocID="{645155C0-5586-4E70-A7EB-3699652010DD}" presName="theInnerList" presStyleCnt="0"/>
      <dgm:spPr/>
    </dgm:pt>
    <dgm:pt modelId="{7ACD9E21-6C61-4558-84E7-0DCDB51CFEE2}" type="pres">
      <dgm:prSet presAssocID="{1FB0413A-79BF-46D8-91DA-BB67140D521D}" presName="childNode" presStyleLbl="node1" presStyleIdx="6" presStyleCnt="8">
        <dgm:presLayoutVars>
          <dgm:bulletEnabled val="1"/>
        </dgm:presLayoutVars>
      </dgm:prSet>
      <dgm:spPr/>
    </dgm:pt>
    <dgm:pt modelId="{929B8F1F-F74C-47BD-B465-5A415101789C}" type="pres">
      <dgm:prSet presAssocID="{645155C0-5586-4E70-A7EB-3699652010DD}" presName="aSpace" presStyleCnt="0"/>
      <dgm:spPr/>
    </dgm:pt>
    <dgm:pt modelId="{FCF7C5C8-0A06-4E84-BC8C-01B254C5E5BB}" type="pres">
      <dgm:prSet presAssocID="{E3B3D899-BFC8-45C3-B423-284C94572F93}" presName="compNode" presStyleCnt="0"/>
      <dgm:spPr/>
    </dgm:pt>
    <dgm:pt modelId="{51BF0F2D-8FA4-41B7-89F8-B5F48EA98CD2}" type="pres">
      <dgm:prSet presAssocID="{E3B3D899-BFC8-45C3-B423-284C94572F93}" presName="aNode" presStyleLbl="bgShp" presStyleIdx="7" presStyleCnt="8"/>
      <dgm:spPr/>
    </dgm:pt>
    <dgm:pt modelId="{4F1E2AE2-AF70-4669-9DBB-AD6F29184112}" type="pres">
      <dgm:prSet presAssocID="{E3B3D899-BFC8-45C3-B423-284C94572F93}" presName="textNode" presStyleLbl="bgShp" presStyleIdx="7" presStyleCnt="8"/>
      <dgm:spPr/>
    </dgm:pt>
    <dgm:pt modelId="{5D558563-B681-471F-827D-2B3DD83EA7FD}" type="pres">
      <dgm:prSet presAssocID="{E3B3D899-BFC8-45C3-B423-284C94572F93}" presName="compChildNode" presStyleCnt="0"/>
      <dgm:spPr/>
    </dgm:pt>
    <dgm:pt modelId="{93219F8C-C904-489F-B3D0-78415F60DC30}" type="pres">
      <dgm:prSet presAssocID="{E3B3D899-BFC8-45C3-B423-284C94572F93}" presName="theInnerList" presStyleCnt="0"/>
      <dgm:spPr/>
    </dgm:pt>
    <dgm:pt modelId="{B53B8FBA-801B-4E1E-AE95-A5165D78CB71}" type="pres">
      <dgm:prSet presAssocID="{81871DE9-93B2-4BBB-B9BC-05C5DC12C192}" presName="childNode" presStyleLbl="node1" presStyleIdx="7" presStyleCnt="8">
        <dgm:presLayoutVars>
          <dgm:bulletEnabled val="1"/>
        </dgm:presLayoutVars>
      </dgm:prSet>
      <dgm:spPr/>
    </dgm:pt>
  </dgm:ptLst>
  <dgm:cxnLst>
    <dgm:cxn modelId="{BF1D2414-4EBC-4D0B-9E42-A679E499BAF1}" type="presOf" srcId="{E3B3D899-BFC8-45C3-B423-284C94572F93}" destId="{51BF0F2D-8FA4-41B7-89F8-B5F48EA98CD2}" srcOrd="0" destOrd="0" presId="urn:microsoft.com/office/officeart/2005/8/layout/lProcess2"/>
    <dgm:cxn modelId="{1ECF4224-497A-4237-974F-902DDC11C990}" type="presOf" srcId="{839E9107-E560-4491-99ED-E60D3BF0EBF9}" destId="{8AFA8A0F-9195-45C8-93ED-073D282A6B60}" srcOrd="0" destOrd="0" presId="urn:microsoft.com/office/officeart/2005/8/layout/lProcess2"/>
    <dgm:cxn modelId="{A4A8762B-83CE-46BC-8B96-293EBD4E5E24}" srcId="{33EEFA95-623F-4EF4-94EF-ABE91F1EC8F0}" destId="{0D8E67DB-E16A-4BB4-89FB-90B827B120E5}" srcOrd="0" destOrd="0" parTransId="{6C7AAA45-75E0-4A04-B0CE-82FBCEDBD5DA}" sibTransId="{3ED34F91-BA1E-484C-B3C7-7AA485AA6A8A}"/>
    <dgm:cxn modelId="{761B752C-4BAA-4F11-8449-CECDB21F6A5B}" srcId="{4E82D281-8773-4C89-966E-486655E9FBAB}" destId="{6EF42073-304E-4146-82FA-F17D8D1F04A9}" srcOrd="1" destOrd="0" parTransId="{D0ECA755-F51E-444C-8C7D-20208CAEDEC1}" sibTransId="{7E6C0462-1A18-4535-A472-A67DF7EA7838}"/>
    <dgm:cxn modelId="{B1AE8836-2F3B-4E1B-97FB-3E1B6DE7D1E6}" type="presOf" srcId="{6B6C2DBB-CDF7-42BC-83E8-0375CA5AD0EB}" destId="{D0390187-E248-4056-AEE7-EDCF514836DF}" srcOrd="1" destOrd="0" presId="urn:microsoft.com/office/officeart/2005/8/layout/lProcess2"/>
    <dgm:cxn modelId="{F3505B38-2968-46DA-BE1D-75AC4D12DC1F}" type="presOf" srcId="{50AA1684-6A96-40EF-ACD5-E0051F6ABCE3}" destId="{41A3ACC5-DED0-4818-B78E-13C712C26C3C}" srcOrd="0" destOrd="0" presId="urn:microsoft.com/office/officeart/2005/8/layout/lProcess2"/>
    <dgm:cxn modelId="{2E6AE93D-C0A1-44F5-B564-649E7B7109B0}" srcId="{645155C0-5586-4E70-A7EB-3699652010DD}" destId="{1FB0413A-79BF-46D8-91DA-BB67140D521D}" srcOrd="0" destOrd="0" parTransId="{60AFD836-C7B5-4308-90C1-F78B6B0133C3}" sibTransId="{ACF19323-D0FC-4566-874B-2C94E62671B3}"/>
    <dgm:cxn modelId="{17BD6042-2CF1-49B4-89C9-1012DDAC8EA2}" srcId="{6EF42073-304E-4146-82FA-F17D8D1F04A9}" destId="{5C8783CF-7B6F-404F-A2BC-0B94523256E5}" srcOrd="0" destOrd="0" parTransId="{1A586F0C-A86E-41F8-BC50-A1423F0DC060}" sibTransId="{050581AA-6CF2-48BE-BDCE-C88EDCCF5FC4}"/>
    <dgm:cxn modelId="{00641B63-6B5C-4D03-8C50-51071D6C4236}" type="presOf" srcId="{5C8783CF-7B6F-404F-A2BC-0B94523256E5}" destId="{3B93213F-7581-45C1-B766-4E04F9AEA472}" srcOrd="0" destOrd="0" presId="urn:microsoft.com/office/officeart/2005/8/layout/lProcess2"/>
    <dgm:cxn modelId="{121BCE45-E482-4058-8701-4D2D4D345C93}" srcId="{4E82D281-8773-4C89-966E-486655E9FBAB}" destId="{839E9107-E560-4491-99ED-E60D3BF0EBF9}" srcOrd="2" destOrd="0" parTransId="{04DA00F2-B619-4B09-9501-D4DFD545E146}" sibTransId="{38920ECD-4BE4-4C43-B7E8-2DAD8352443F}"/>
    <dgm:cxn modelId="{66520C6A-61A6-4F0E-825A-78AA84EFFE4B}" type="presOf" srcId="{6B6C2DBB-CDF7-42BC-83E8-0375CA5AD0EB}" destId="{52CC82C5-DD63-465F-B9CC-48904E456318}" srcOrd="0" destOrd="0" presId="urn:microsoft.com/office/officeart/2005/8/layout/lProcess2"/>
    <dgm:cxn modelId="{AB3C594E-3A2A-491C-96E7-E69803944ADD}" srcId="{9138DC69-B680-4C79-B9D0-72FC19A9FFA0}" destId="{1E70850F-9A4C-4BCC-9C17-7AE7433E8A96}" srcOrd="0" destOrd="0" parTransId="{1041D0B6-8CA6-432C-964B-22FC2F32AC76}" sibTransId="{AEE621D0-4E01-4C13-8256-CF94446DC278}"/>
    <dgm:cxn modelId="{9EF72150-A17B-4AA0-92F0-0D7261415E2E}" srcId="{4E82D281-8773-4C89-966E-486655E9FBAB}" destId="{645155C0-5586-4E70-A7EB-3699652010DD}" srcOrd="6" destOrd="0" parTransId="{3366CFEC-CF30-4A82-B926-0E11D0FE797F}" sibTransId="{F36B0ACF-36B2-491A-8741-2C06B0347DFD}"/>
    <dgm:cxn modelId="{4F5F7752-E676-4B61-8421-2DA61322360C}" type="presOf" srcId="{645155C0-5586-4E70-A7EB-3699652010DD}" destId="{88EE4E6D-333B-482A-B2C5-7578D3CA2A7C}" srcOrd="1" destOrd="0" presId="urn:microsoft.com/office/officeart/2005/8/layout/lProcess2"/>
    <dgm:cxn modelId="{98A9A357-EC63-433F-B108-11B749D288B5}" type="presOf" srcId="{9138DC69-B680-4C79-B9D0-72FC19A9FFA0}" destId="{44DDC294-EFD2-4008-A378-DB97235A3A20}" srcOrd="1" destOrd="0" presId="urn:microsoft.com/office/officeart/2005/8/layout/lProcess2"/>
    <dgm:cxn modelId="{8E24BD78-6900-4C77-8D7C-D39DEDE4FFDD}" srcId="{4E82D281-8773-4C89-966E-486655E9FBAB}" destId="{33EEFA95-623F-4EF4-94EF-ABE91F1EC8F0}" srcOrd="0" destOrd="0" parTransId="{C2A7C651-FC2C-4C3A-ABCB-2BD6B4C6C26F}" sibTransId="{A6CC0F36-2685-4CFE-B77F-66803828A136}"/>
    <dgm:cxn modelId="{4078A47D-9F8A-4540-911E-E6EA7F88459D}" type="presOf" srcId="{6EF42073-304E-4146-82FA-F17D8D1F04A9}" destId="{70186531-2BBA-4F58-BDC9-219FC15BECFB}" srcOrd="0" destOrd="0" presId="urn:microsoft.com/office/officeart/2005/8/layout/lProcess2"/>
    <dgm:cxn modelId="{E75B617F-A46F-4B66-9EC5-41831AFF572F}" srcId="{50AA1684-6A96-40EF-ACD5-E0051F6ABCE3}" destId="{FDA06B78-3AFD-44F1-9FAB-7A66EEDEA4A8}" srcOrd="0" destOrd="0" parTransId="{106325DC-89E4-4089-A996-F0C88AD6E7BF}" sibTransId="{D53713DD-4533-4D6B-B435-EE5DF4E5A615}"/>
    <dgm:cxn modelId="{7C8DBC80-EFEA-4341-8CEA-8316EED750A1}" srcId="{4E82D281-8773-4C89-966E-486655E9FBAB}" destId="{50AA1684-6A96-40EF-ACD5-E0051F6ABCE3}" srcOrd="3" destOrd="0" parTransId="{8E8C6692-8FE0-4FB5-A7A9-F1B0E389D86A}" sibTransId="{4A36F6C2-4D45-4948-B0B9-F1B1F18C9007}"/>
    <dgm:cxn modelId="{F0A97F83-2892-4D2E-A00E-4DAF8D92AD77}" type="presOf" srcId="{9138DC69-B680-4C79-B9D0-72FC19A9FFA0}" destId="{106DB884-7A58-4319-BA6B-C24D7E516BFD}" srcOrd="0" destOrd="0" presId="urn:microsoft.com/office/officeart/2005/8/layout/lProcess2"/>
    <dgm:cxn modelId="{822C3885-0673-43C3-98D2-B22547F7D186}" type="presOf" srcId="{2FB22796-33C1-44B6-BEBC-E689D099EC63}" destId="{57DE455B-021D-4F07-AC8D-D6B5B241E1F4}" srcOrd="0" destOrd="0" presId="urn:microsoft.com/office/officeart/2005/8/layout/lProcess2"/>
    <dgm:cxn modelId="{C8B7658B-3A69-4998-9FCA-D486DB3CC11E}" type="presOf" srcId="{33EEFA95-623F-4EF4-94EF-ABE91F1EC8F0}" destId="{A8D1FBE1-8FBC-4CD2-BA42-73BEE1C31D39}" srcOrd="0" destOrd="0" presId="urn:microsoft.com/office/officeart/2005/8/layout/lProcess2"/>
    <dgm:cxn modelId="{C9AB459A-9935-4EB2-90B8-348E130EAC0A}" type="presOf" srcId="{0D8E67DB-E16A-4BB4-89FB-90B827B120E5}" destId="{BCEE2F2B-19C4-4497-876F-E9D8C3E6CE36}" srcOrd="0" destOrd="0" presId="urn:microsoft.com/office/officeart/2005/8/layout/lProcess2"/>
    <dgm:cxn modelId="{A0D504A8-DC38-4BFB-8D06-1B8FD6D22D17}" type="presOf" srcId="{33EEFA95-623F-4EF4-94EF-ABE91F1EC8F0}" destId="{10EE89B3-C897-4DE8-A39A-AAECB064C4E9}" srcOrd="1" destOrd="0" presId="urn:microsoft.com/office/officeart/2005/8/layout/lProcess2"/>
    <dgm:cxn modelId="{9EE358AF-E67C-44D8-A884-325656686F6F}" srcId="{4E82D281-8773-4C89-966E-486655E9FBAB}" destId="{6B6C2DBB-CDF7-42BC-83E8-0375CA5AD0EB}" srcOrd="4" destOrd="0" parTransId="{A30633DE-4F98-4387-A965-EB4F9ECF9990}" sibTransId="{AFBAA778-2BE2-4969-BBFE-903431DEBD0D}"/>
    <dgm:cxn modelId="{378A05B0-92DA-4B38-823D-5D04D0BAA1A3}" type="presOf" srcId="{6D22E321-E561-4636-BE7A-DEFBF856FA39}" destId="{28F3E933-E339-44BA-B8C6-6B76B061F3EE}" srcOrd="0" destOrd="0" presId="urn:microsoft.com/office/officeart/2005/8/layout/lProcess2"/>
    <dgm:cxn modelId="{89D30EB0-C4C8-4AC5-9AED-E0561BE4B1B8}" srcId="{4E82D281-8773-4C89-966E-486655E9FBAB}" destId="{9138DC69-B680-4C79-B9D0-72FC19A9FFA0}" srcOrd="5" destOrd="0" parTransId="{52E72CD2-3F43-423A-AD67-260C23830F9C}" sibTransId="{2B75CFD2-E3F9-4018-8DD4-BD87ED13B873}"/>
    <dgm:cxn modelId="{4B1D17B5-0B60-491E-A7A4-A81A18EC886C}" type="presOf" srcId="{6EF42073-304E-4146-82FA-F17D8D1F04A9}" destId="{42F69DE3-D774-4D75-AED6-28BADE4EA41D}" srcOrd="1" destOrd="0" presId="urn:microsoft.com/office/officeart/2005/8/layout/lProcess2"/>
    <dgm:cxn modelId="{6D73D4B7-5F22-44CC-B3D6-18272DD01949}" type="presOf" srcId="{81871DE9-93B2-4BBB-B9BC-05C5DC12C192}" destId="{B53B8FBA-801B-4E1E-AE95-A5165D78CB71}" srcOrd="0" destOrd="0" presId="urn:microsoft.com/office/officeart/2005/8/layout/lProcess2"/>
    <dgm:cxn modelId="{08EF57C5-001C-4C18-870F-22026E3E5E0E}" srcId="{6B6C2DBB-CDF7-42BC-83E8-0375CA5AD0EB}" destId="{6D22E321-E561-4636-BE7A-DEFBF856FA39}" srcOrd="0" destOrd="0" parTransId="{B41F0106-FED3-48D2-8CEF-E7106810771A}" sibTransId="{966F4801-C73D-4603-A6FA-FBBA75C1958D}"/>
    <dgm:cxn modelId="{D856E1C5-A30C-4342-A28D-9545055A3D41}" type="presOf" srcId="{E3B3D899-BFC8-45C3-B423-284C94572F93}" destId="{4F1E2AE2-AF70-4669-9DBB-AD6F29184112}" srcOrd="1" destOrd="0" presId="urn:microsoft.com/office/officeart/2005/8/layout/lProcess2"/>
    <dgm:cxn modelId="{67035BCA-23E1-4064-BE39-5D8C811A3FDC}" type="presOf" srcId="{FDA06B78-3AFD-44F1-9FAB-7A66EEDEA4A8}" destId="{E2B13DF1-1428-4819-A130-D507AE375098}" srcOrd="0" destOrd="0" presId="urn:microsoft.com/office/officeart/2005/8/layout/lProcess2"/>
    <dgm:cxn modelId="{556E56CE-B201-459D-90DE-8A4663075035}" type="presOf" srcId="{1FB0413A-79BF-46D8-91DA-BB67140D521D}" destId="{7ACD9E21-6C61-4558-84E7-0DCDB51CFEE2}" srcOrd="0" destOrd="0" presId="urn:microsoft.com/office/officeart/2005/8/layout/lProcess2"/>
    <dgm:cxn modelId="{E3B1E2CF-8B2B-4907-9451-CBB776FB48C7}" type="presOf" srcId="{4E82D281-8773-4C89-966E-486655E9FBAB}" destId="{5A86CA4A-F6E4-4B34-ADB4-D5D01ACF6066}" srcOrd="0" destOrd="0" presId="urn:microsoft.com/office/officeart/2005/8/layout/lProcess2"/>
    <dgm:cxn modelId="{AB248DD5-1081-4A81-82C6-DE8A3EC70308}" srcId="{4E82D281-8773-4C89-966E-486655E9FBAB}" destId="{E3B3D899-BFC8-45C3-B423-284C94572F93}" srcOrd="7" destOrd="0" parTransId="{D1810C34-9799-4DC6-BAA8-B48D3A42C3CB}" sibTransId="{814E9A6E-0F77-477F-9793-D33E24BB0ACD}"/>
    <dgm:cxn modelId="{DE8318F1-8E2E-44DE-BBB0-0BB1DC7B5D12}" type="presOf" srcId="{839E9107-E560-4491-99ED-E60D3BF0EBF9}" destId="{DDFA3F6A-9E88-4F82-9308-73B278AC5AAA}" srcOrd="1" destOrd="0" presId="urn:microsoft.com/office/officeart/2005/8/layout/lProcess2"/>
    <dgm:cxn modelId="{1CFBEAF3-C763-4CA6-8530-A2050096F799}" srcId="{E3B3D899-BFC8-45C3-B423-284C94572F93}" destId="{81871DE9-93B2-4BBB-B9BC-05C5DC12C192}" srcOrd="0" destOrd="0" parTransId="{D3948964-098E-4862-AA79-A459CF1EAAA4}" sibTransId="{8BCF6A07-DF76-4D28-8005-39FB403417C3}"/>
    <dgm:cxn modelId="{006475F6-D99B-40DD-AE26-A8BEC3F4ED80}" srcId="{839E9107-E560-4491-99ED-E60D3BF0EBF9}" destId="{2FB22796-33C1-44B6-BEBC-E689D099EC63}" srcOrd="0" destOrd="0" parTransId="{3F61B2F0-ED61-4016-9734-CCA11FDEEA2F}" sibTransId="{E78E42B3-6AC7-4C2C-8895-D755F792D6D2}"/>
    <dgm:cxn modelId="{6C61C3F8-89BC-45DF-99FB-7FFFE1343D33}" type="presOf" srcId="{645155C0-5586-4E70-A7EB-3699652010DD}" destId="{BA1E3A1A-E106-4A41-BE18-0C1F88639794}" srcOrd="0" destOrd="0" presId="urn:microsoft.com/office/officeart/2005/8/layout/lProcess2"/>
    <dgm:cxn modelId="{C0B5EEF8-667E-4C4C-A661-625DFC56C34E}" type="presOf" srcId="{50AA1684-6A96-40EF-ACD5-E0051F6ABCE3}" destId="{C17814BC-38BB-4AEB-A1D3-653AAE50EBB6}" srcOrd="1" destOrd="0" presId="urn:microsoft.com/office/officeart/2005/8/layout/lProcess2"/>
    <dgm:cxn modelId="{E7844DF9-6EB2-4E29-9C82-D14800F4F696}" type="presOf" srcId="{1E70850F-9A4C-4BCC-9C17-7AE7433E8A96}" destId="{7D0B4D85-CF29-4F0D-865D-77AB2C0B2B3C}" srcOrd="0" destOrd="0" presId="urn:microsoft.com/office/officeart/2005/8/layout/lProcess2"/>
    <dgm:cxn modelId="{C98515D8-11FB-4463-AA30-959FC09A886C}" type="presParOf" srcId="{5A86CA4A-F6E4-4B34-ADB4-D5D01ACF6066}" destId="{A9563CBD-2D9C-402C-97AA-D64189152D45}" srcOrd="0" destOrd="0" presId="urn:microsoft.com/office/officeart/2005/8/layout/lProcess2"/>
    <dgm:cxn modelId="{EBCA87C8-5294-40BE-8341-1897265C698B}" type="presParOf" srcId="{A9563CBD-2D9C-402C-97AA-D64189152D45}" destId="{A8D1FBE1-8FBC-4CD2-BA42-73BEE1C31D39}" srcOrd="0" destOrd="0" presId="urn:microsoft.com/office/officeart/2005/8/layout/lProcess2"/>
    <dgm:cxn modelId="{A124D6B3-24D5-4E18-B0E6-3430C5C60100}" type="presParOf" srcId="{A9563CBD-2D9C-402C-97AA-D64189152D45}" destId="{10EE89B3-C897-4DE8-A39A-AAECB064C4E9}" srcOrd="1" destOrd="0" presId="urn:microsoft.com/office/officeart/2005/8/layout/lProcess2"/>
    <dgm:cxn modelId="{0D141B80-7D9F-4245-8959-30F3DE6A5424}" type="presParOf" srcId="{A9563CBD-2D9C-402C-97AA-D64189152D45}" destId="{D32FCF5D-A70D-4715-93B8-79984DF1F46A}" srcOrd="2" destOrd="0" presId="urn:microsoft.com/office/officeart/2005/8/layout/lProcess2"/>
    <dgm:cxn modelId="{51E0BAFA-795B-473E-BB50-77ED5619D5FF}" type="presParOf" srcId="{D32FCF5D-A70D-4715-93B8-79984DF1F46A}" destId="{838232A0-C8D2-4EC1-93BD-4817543002D0}" srcOrd="0" destOrd="0" presId="urn:microsoft.com/office/officeart/2005/8/layout/lProcess2"/>
    <dgm:cxn modelId="{60F309B2-9163-43FF-A245-B55075AD48AD}" type="presParOf" srcId="{838232A0-C8D2-4EC1-93BD-4817543002D0}" destId="{BCEE2F2B-19C4-4497-876F-E9D8C3E6CE36}" srcOrd="0" destOrd="0" presId="urn:microsoft.com/office/officeart/2005/8/layout/lProcess2"/>
    <dgm:cxn modelId="{962CBDE8-9D63-480E-AAC6-654C8742950A}" type="presParOf" srcId="{5A86CA4A-F6E4-4B34-ADB4-D5D01ACF6066}" destId="{C717A5F2-5F76-4E4C-AABD-EE07AAD22FB2}" srcOrd="1" destOrd="0" presId="urn:microsoft.com/office/officeart/2005/8/layout/lProcess2"/>
    <dgm:cxn modelId="{BB26EE2A-3F0A-446A-A912-CCDEC010B5AF}" type="presParOf" srcId="{5A86CA4A-F6E4-4B34-ADB4-D5D01ACF6066}" destId="{3BB44D98-3509-44D9-BC61-ABDC4B96C936}" srcOrd="2" destOrd="0" presId="urn:microsoft.com/office/officeart/2005/8/layout/lProcess2"/>
    <dgm:cxn modelId="{BD4AE391-A93C-4C77-B5FF-7F138262842D}" type="presParOf" srcId="{3BB44D98-3509-44D9-BC61-ABDC4B96C936}" destId="{70186531-2BBA-4F58-BDC9-219FC15BECFB}" srcOrd="0" destOrd="0" presId="urn:microsoft.com/office/officeart/2005/8/layout/lProcess2"/>
    <dgm:cxn modelId="{CE19476C-362D-4E5D-9357-3A7B76ED990C}" type="presParOf" srcId="{3BB44D98-3509-44D9-BC61-ABDC4B96C936}" destId="{42F69DE3-D774-4D75-AED6-28BADE4EA41D}" srcOrd="1" destOrd="0" presId="urn:microsoft.com/office/officeart/2005/8/layout/lProcess2"/>
    <dgm:cxn modelId="{CDDD9399-4A95-48A0-9BAF-8FBFEDF55BBF}" type="presParOf" srcId="{3BB44D98-3509-44D9-BC61-ABDC4B96C936}" destId="{721C6681-480F-4924-A11E-D91322F750BB}" srcOrd="2" destOrd="0" presId="urn:microsoft.com/office/officeart/2005/8/layout/lProcess2"/>
    <dgm:cxn modelId="{CBCBE078-EC83-4B9C-BC0C-7EFD36EFA530}" type="presParOf" srcId="{721C6681-480F-4924-A11E-D91322F750BB}" destId="{9ADA6F7B-C6CF-4B29-AF69-AD4F43EA89B0}" srcOrd="0" destOrd="0" presId="urn:microsoft.com/office/officeart/2005/8/layout/lProcess2"/>
    <dgm:cxn modelId="{AAFA7F17-C900-48B9-AE09-BC693834DABE}" type="presParOf" srcId="{9ADA6F7B-C6CF-4B29-AF69-AD4F43EA89B0}" destId="{3B93213F-7581-45C1-B766-4E04F9AEA472}" srcOrd="0" destOrd="0" presId="urn:microsoft.com/office/officeart/2005/8/layout/lProcess2"/>
    <dgm:cxn modelId="{093E9415-6126-44E7-9DD4-45A44D18655C}" type="presParOf" srcId="{5A86CA4A-F6E4-4B34-ADB4-D5D01ACF6066}" destId="{4A4454DA-B370-48E4-974F-6E80930DC10C}" srcOrd="3" destOrd="0" presId="urn:microsoft.com/office/officeart/2005/8/layout/lProcess2"/>
    <dgm:cxn modelId="{F662BC6F-3DED-45BD-99EC-BE4DBF78C6C2}" type="presParOf" srcId="{5A86CA4A-F6E4-4B34-ADB4-D5D01ACF6066}" destId="{B2199938-28FB-45CA-B63F-CB628BB2177C}" srcOrd="4" destOrd="0" presId="urn:microsoft.com/office/officeart/2005/8/layout/lProcess2"/>
    <dgm:cxn modelId="{B940D0B1-FD64-49D8-9057-E4D68972D6A7}" type="presParOf" srcId="{B2199938-28FB-45CA-B63F-CB628BB2177C}" destId="{8AFA8A0F-9195-45C8-93ED-073D282A6B60}" srcOrd="0" destOrd="0" presId="urn:microsoft.com/office/officeart/2005/8/layout/lProcess2"/>
    <dgm:cxn modelId="{BF59FE73-122F-4E5B-998E-68EFB8C5C7F0}" type="presParOf" srcId="{B2199938-28FB-45CA-B63F-CB628BB2177C}" destId="{DDFA3F6A-9E88-4F82-9308-73B278AC5AAA}" srcOrd="1" destOrd="0" presId="urn:microsoft.com/office/officeart/2005/8/layout/lProcess2"/>
    <dgm:cxn modelId="{9109A6E2-1988-4EBB-B453-FDCC15D68328}" type="presParOf" srcId="{B2199938-28FB-45CA-B63F-CB628BB2177C}" destId="{2A665C48-2A62-4517-B781-B6885C68779B}" srcOrd="2" destOrd="0" presId="urn:microsoft.com/office/officeart/2005/8/layout/lProcess2"/>
    <dgm:cxn modelId="{67D91A32-3EE4-4AC5-9774-15F374EFD255}" type="presParOf" srcId="{2A665C48-2A62-4517-B781-B6885C68779B}" destId="{F8122B45-1606-4233-AC96-BF15B5C51D41}" srcOrd="0" destOrd="0" presId="urn:microsoft.com/office/officeart/2005/8/layout/lProcess2"/>
    <dgm:cxn modelId="{1226B48C-4B4A-4AB5-844F-71B020B4F06A}" type="presParOf" srcId="{F8122B45-1606-4233-AC96-BF15B5C51D41}" destId="{57DE455B-021D-4F07-AC8D-D6B5B241E1F4}" srcOrd="0" destOrd="0" presId="urn:microsoft.com/office/officeart/2005/8/layout/lProcess2"/>
    <dgm:cxn modelId="{7975ABCC-B475-457F-BD33-FD851379A568}" type="presParOf" srcId="{5A86CA4A-F6E4-4B34-ADB4-D5D01ACF6066}" destId="{4E054F74-0B42-4506-AE44-EADBAEF1364A}" srcOrd="5" destOrd="0" presId="urn:microsoft.com/office/officeart/2005/8/layout/lProcess2"/>
    <dgm:cxn modelId="{D948F73B-6AFF-4CAE-ABBC-792A86053DB4}" type="presParOf" srcId="{5A86CA4A-F6E4-4B34-ADB4-D5D01ACF6066}" destId="{1E68DEC7-F3B8-46D4-BF7F-8DF483A40F01}" srcOrd="6" destOrd="0" presId="urn:microsoft.com/office/officeart/2005/8/layout/lProcess2"/>
    <dgm:cxn modelId="{6FFCEBB7-5469-4EB0-9734-19A9B26B5159}" type="presParOf" srcId="{1E68DEC7-F3B8-46D4-BF7F-8DF483A40F01}" destId="{41A3ACC5-DED0-4818-B78E-13C712C26C3C}" srcOrd="0" destOrd="0" presId="urn:microsoft.com/office/officeart/2005/8/layout/lProcess2"/>
    <dgm:cxn modelId="{43A9470C-0767-429F-90BA-D36CE63401FA}" type="presParOf" srcId="{1E68DEC7-F3B8-46D4-BF7F-8DF483A40F01}" destId="{C17814BC-38BB-4AEB-A1D3-653AAE50EBB6}" srcOrd="1" destOrd="0" presId="urn:microsoft.com/office/officeart/2005/8/layout/lProcess2"/>
    <dgm:cxn modelId="{87973C61-D2F8-4C8E-A6DA-3E38CFDA2459}" type="presParOf" srcId="{1E68DEC7-F3B8-46D4-BF7F-8DF483A40F01}" destId="{580F66E8-6824-46B6-A3CD-0DD5F09DF31E}" srcOrd="2" destOrd="0" presId="urn:microsoft.com/office/officeart/2005/8/layout/lProcess2"/>
    <dgm:cxn modelId="{FDE3E62F-D269-4DD6-B110-682FDBC55405}" type="presParOf" srcId="{580F66E8-6824-46B6-A3CD-0DD5F09DF31E}" destId="{E4ABFCE2-34EB-44BF-A7DC-18D940D7B175}" srcOrd="0" destOrd="0" presId="urn:microsoft.com/office/officeart/2005/8/layout/lProcess2"/>
    <dgm:cxn modelId="{C111B920-C805-4DE9-953D-2B7602F99D20}" type="presParOf" srcId="{E4ABFCE2-34EB-44BF-A7DC-18D940D7B175}" destId="{E2B13DF1-1428-4819-A130-D507AE375098}" srcOrd="0" destOrd="0" presId="urn:microsoft.com/office/officeart/2005/8/layout/lProcess2"/>
    <dgm:cxn modelId="{A9BD49AB-2FFD-4852-9A6D-6509B7788955}" type="presParOf" srcId="{5A86CA4A-F6E4-4B34-ADB4-D5D01ACF6066}" destId="{E9077234-BD57-4D6B-AF31-075F3A6211DE}" srcOrd="7" destOrd="0" presId="urn:microsoft.com/office/officeart/2005/8/layout/lProcess2"/>
    <dgm:cxn modelId="{7C22E69F-5D5C-425E-B612-F2E8538CA91A}" type="presParOf" srcId="{5A86CA4A-F6E4-4B34-ADB4-D5D01ACF6066}" destId="{74912EB0-D2F0-4A24-9628-44975BB22B62}" srcOrd="8" destOrd="0" presId="urn:microsoft.com/office/officeart/2005/8/layout/lProcess2"/>
    <dgm:cxn modelId="{3707D595-B465-4B97-B3CA-8F09EAE796F0}" type="presParOf" srcId="{74912EB0-D2F0-4A24-9628-44975BB22B62}" destId="{52CC82C5-DD63-465F-B9CC-48904E456318}" srcOrd="0" destOrd="0" presId="urn:microsoft.com/office/officeart/2005/8/layout/lProcess2"/>
    <dgm:cxn modelId="{1A90D223-AB2A-4251-9FAA-DDFCBF85A127}" type="presParOf" srcId="{74912EB0-D2F0-4A24-9628-44975BB22B62}" destId="{D0390187-E248-4056-AEE7-EDCF514836DF}" srcOrd="1" destOrd="0" presId="urn:microsoft.com/office/officeart/2005/8/layout/lProcess2"/>
    <dgm:cxn modelId="{0FE0AF25-80BB-4EB5-9121-0D3F21EE13F4}" type="presParOf" srcId="{74912EB0-D2F0-4A24-9628-44975BB22B62}" destId="{3D019485-7803-4584-82EC-7F5211AE1628}" srcOrd="2" destOrd="0" presId="urn:microsoft.com/office/officeart/2005/8/layout/lProcess2"/>
    <dgm:cxn modelId="{2110C139-4AD0-40DF-ACFA-8D0694DC1E7F}" type="presParOf" srcId="{3D019485-7803-4584-82EC-7F5211AE1628}" destId="{B6F443DF-2381-48C4-B771-4828B9FD9B79}" srcOrd="0" destOrd="0" presId="urn:microsoft.com/office/officeart/2005/8/layout/lProcess2"/>
    <dgm:cxn modelId="{5F98C3F8-F60B-4099-B45D-D8DA984BB3A6}" type="presParOf" srcId="{B6F443DF-2381-48C4-B771-4828B9FD9B79}" destId="{28F3E933-E339-44BA-B8C6-6B76B061F3EE}" srcOrd="0" destOrd="0" presId="urn:microsoft.com/office/officeart/2005/8/layout/lProcess2"/>
    <dgm:cxn modelId="{DC29ACFD-56D5-460B-B43C-F8C8A6432D5A}" type="presParOf" srcId="{5A86CA4A-F6E4-4B34-ADB4-D5D01ACF6066}" destId="{566EA652-0569-459F-AA4A-9377BFC21128}" srcOrd="9" destOrd="0" presId="urn:microsoft.com/office/officeart/2005/8/layout/lProcess2"/>
    <dgm:cxn modelId="{9707BD4A-A36D-4418-B88F-9A7CC00A0608}" type="presParOf" srcId="{5A86CA4A-F6E4-4B34-ADB4-D5D01ACF6066}" destId="{1884E599-101A-417F-A45A-7F9D0BFF608E}" srcOrd="10" destOrd="0" presId="urn:microsoft.com/office/officeart/2005/8/layout/lProcess2"/>
    <dgm:cxn modelId="{44753B28-FA10-4BE4-BE58-A84A278269AF}" type="presParOf" srcId="{1884E599-101A-417F-A45A-7F9D0BFF608E}" destId="{106DB884-7A58-4319-BA6B-C24D7E516BFD}" srcOrd="0" destOrd="0" presId="urn:microsoft.com/office/officeart/2005/8/layout/lProcess2"/>
    <dgm:cxn modelId="{7BC16AC8-1425-4956-AAA6-FAB44E48A83D}" type="presParOf" srcId="{1884E599-101A-417F-A45A-7F9D0BFF608E}" destId="{44DDC294-EFD2-4008-A378-DB97235A3A20}" srcOrd="1" destOrd="0" presId="urn:microsoft.com/office/officeart/2005/8/layout/lProcess2"/>
    <dgm:cxn modelId="{A6F538E9-1BC5-4689-B2D0-8175FEF4AA48}" type="presParOf" srcId="{1884E599-101A-417F-A45A-7F9D0BFF608E}" destId="{75D11E4C-1A9F-4B5D-AA98-81C643C57374}" srcOrd="2" destOrd="0" presId="urn:microsoft.com/office/officeart/2005/8/layout/lProcess2"/>
    <dgm:cxn modelId="{B3BB6CB5-7CBB-4D9F-A229-B25652662F15}" type="presParOf" srcId="{75D11E4C-1A9F-4B5D-AA98-81C643C57374}" destId="{C7C8A11F-6247-427B-ADA3-E76CB469FACC}" srcOrd="0" destOrd="0" presId="urn:microsoft.com/office/officeart/2005/8/layout/lProcess2"/>
    <dgm:cxn modelId="{EB77F0BB-360D-4E64-903D-B83ADD7FA01F}" type="presParOf" srcId="{C7C8A11F-6247-427B-ADA3-E76CB469FACC}" destId="{7D0B4D85-CF29-4F0D-865D-77AB2C0B2B3C}" srcOrd="0" destOrd="0" presId="urn:microsoft.com/office/officeart/2005/8/layout/lProcess2"/>
    <dgm:cxn modelId="{32725E67-7E30-4EF1-BC34-EBEC2E838638}" type="presParOf" srcId="{5A86CA4A-F6E4-4B34-ADB4-D5D01ACF6066}" destId="{8347E92F-6D9B-4B7E-BBE6-FDBB93AF5ACB}" srcOrd="11" destOrd="0" presId="urn:microsoft.com/office/officeart/2005/8/layout/lProcess2"/>
    <dgm:cxn modelId="{F7F2E0D2-C18C-4ECE-8D3B-E5BD10B14712}" type="presParOf" srcId="{5A86CA4A-F6E4-4B34-ADB4-D5D01ACF6066}" destId="{0A1B0036-EB9F-41B5-AE54-B98D18CED14D}" srcOrd="12" destOrd="0" presId="urn:microsoft.com/office/officeart/2005/8/layout/lProcess2"/>
    <dgm:cxn modelId="{9EEC4511-260F-4176-86C8-FF48AA31CC69}" type="presParOf" srcId="{0A1B0036-EB9F-41B5-AE54-B98D18CED14D}" destId="{BA1E3A1A-E106-4A41-BE18-0C1F88639794}" srcOrd="0" destOrd="0" presId="urn:microsoft.com/office/officeart/2005/8/layout/lProcess2"/>
    <dgm:cxn modelId="{98F26C00-1814-4E69-8618-8B734C802981}" type="presParOf" srcId="{0A1B0036-EB9F-41B5-AE54-B98D18CED14D}" destId="{88EE4E6D-333B-482A-B2C5-7578D3CA2A7C}" srcOrd="1" destOrd="0" presId="urn:microsoft.com/office/officeart/2005/8/layout/lProcess2"/>
    <dgm:cxn modelId="{D4645533-4EF4-444F-85A5-CA6FCB7E782A}" type="presParOf" srcId="{0A1B0036-EB9F-41B5-AE54-B98D18CED14D}" destId="{7B06692E-0548-44E3-8E18-64A6B0CAB0CE}" srcOrd="2" destOrd="0" presId="urn:microsoft.com/office/officeart/2005/8/layout/lProcess2"/>
    <dgm:cxn modelId="{5CCEBAAD-AB03-47DA-8B53-B63D8C6E9525}" type="presParOf" srcId="{7B06692E-0548-44E3-8E18-64A6B0CAB0CE}" destId="{B3590AE7-55DB-4DC6-A84F-7C1EE4821102}" srcOrd="0" destOrd="0" presId="urn:microsoft.com/office/officeart/2005/8/layout/lProcess2"/>
    <dgm:cxn modelId="{B61118C1-EA59-4A60-B85B-5BABD6C76564}" type="presParOf" srcId="{B3590AE7-55DB-4DC6-A84F-7C1EE4821102}" destId="{7ACD9E21-6C61-4558-84E7-0DCDB51CFEE2}" srcOrd="0" destOrd="0" presId="urn:microsoft.com/office/officeart/2005/8/layout/lProcess2"/>
    <dgm:cxn modelId="{A19E7769-84CD-4BC9-B9F9-805D50715487}" type="presParOf" srcId="{5A86CA4A-F6E4-4B34-ADB4-D5D01ACF6066}" destId="{929B8F1F-F74C-47BD-B465-5A415101789C}" srcOrd="13" destOrd="0" presId="urn:microsoft.com/office/officeart/2005/8/layout/lProcess2"/>
    <dgm:cxn modelId="{C3234E09-52C7-4F19-83D3-64E2759E1A42}" type="presParOf" srcId="{5A86CA4A-F6E4-4B34-ADB4-D5D01ACF6066}" destId="{FCF7C5C8-0A06-4E84-BC8C-01B254C5E5BB}" srcOrd="14" destOrd="0" presId="urn:microsoft.com/office/officeart/2005/8/layout/lProcess2"/>
    <dgm:cxn modelId="{1B544870-0200-4BB3-8AE8-20F6DDC3516A}" type="presParOf" srcId="{FCF7C5C8-0A06-4E84-BC8C-01B254C5E5BB}" destId="{51BF0F2D-8FA4-41B7-89F8-B5F48EA98CD2}" srcOrd="0" destOrd="0" presId="urn:microsoft.com/office/officeart/2005/8/layout/lProcess2"/>
    <dgm:cxn modelId="{0C673C89-12AF-4909-ADC0-A8AED0BF9D6C}" type="presParOf" srcId="{FCF7C5C8-0A06-4E84-BC8C-01B254C5E5BB}" destId="{4F1E2AE2-AF70-4669-9DBB-AD6F29184112}" srcOrd="1" destOrd="0" presId="urn:microsoft.com/office/officeart/2005/8/layout/lProcess2"/>
    <dgm:cxn modelId="{8DDFC674-AF55-432D-A148-196F106103C2}" type="presParOf" srcId="{FCF7C5C8-0A06-4E84-BC8C-01B254C5E5BB}" destId="{5D558563-B681-471F-827D-2B3DD83EA7FD}" srcOrd="2" destOrd="0" presId="urn:microsoft.com/office/officeart/2005/8/layout/lProcess2"/>
    <dgm:cxn modelId="{6C0D336D-654E-416C-B869-7914913FCD35}" type="presParOf" srcId="{5D558563-B681-471F-827D-2B3DD83EA7FD}" destId="{93219F8C-C904-489F-B3D0-78415F60DC30}" srcOrd="0" destOrd="0" presId="urn:microsoft.com/office/officeart/2005/8/layout/lProcess2"/>
    <dgm:cxn modelId="{D4B764CF-3D13-465D-A36D-5B6A58276D55}" type="presParOf" srcId="{93219F8C-C904-489F-B3D0-78415F60DC30}" destId="{B53B8FBA-801B-4E1E-AE95-A5165D78CB71}" srcOrd="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5D6BEB1-C836-404A-936B-8392A42D3F0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929761C7-2807-4A94-B9FB-34D1590F4828}">
      <dgm:prSet/>
      <dgm:spPr/>
      <dgm:t>
        <a:bodyPr/>
        <a:lstStyle/>
        <a:p>
          <a:r>
            <a:rPr lang="en-US"/>
            <a:t>To enhance the knowledge of key personnel in the organisation on the concept and required activities for </a:t>
          </a:r>
          <a:r>
            <a:rPr lang="en-MY"/>
            <a:t>Halal auditing program</a:t>
          </a:r>
        </a:p>
      </dgm:t>
    </dgm:pt>
    <dgm:pt modelId="{41145F61-1DCB-4DCC-B67F-7AA703B8A360}" type="parTrans" cxnId="{2DC60925-E439-43F7-91E5-47B7C714E12B}">
      <dgm:prSet/>
      <dgm:spPr/>
      <dgm:t>
        <a:bodyPr/>
        <a:lstStyle/>
        <a:p>
          <a:endParaRPr lang="en-MY"/>
        </a:p>
      </dgm:t>
    </dgm:pt>
    <dgm:pt modelId="{5015B1B5-E8DE-40D9-BCB9-099848F098EE}" type="sibTrans" cxnId="{2DC60925-E439-43F7-91E5-47B7C714E12B}">
      <dgm:prSet/>
      <dgm:spPr/>
      <dgm:t>
        <a:bodyPr/>
        <a:lstStyle/>
        <a:p>
          <a:endParaRPr lang="en-MY"/>
        </a:p>
      </dgm:t>
    </dgm:pt>
    <dgm:pt modelId="{0217E224-BE36-4C74-8B38-F2E63FB2E065}">
      <dgm:prSet/>
      <dgm:spPr/>
      <dgm:t>
        <a:bodyPr/>
        <a:lstStyle/>
        <a:p>
          <a:r>
            <a:rPr lang="en-US"/>
            <a:t>To enhance knowledge on effective and efficient audit </a:t>
          </a:r>
          <a:r>
            <a:rPr lang="en-MY"/>
            <a:t>program</a:t>
          </a:r>
        </a:p>
      </dgm:t>
    </dgm:pt>
    <dgm:pt modelId="{E00AD888-22D4-4737-830B-0A05BFA220D0}" type="parTrans" cxnId="{E5E57688-46A2-4360-8EEF-02177833A025}">
      <dgm:prSet/>
      <dgm:spPr/>
      <dgm:t>
        <a:bodyPr/>
        <a:lstStyle/>
        <a:p>
          <a:endParaRPr lang="en-MY"/>
        </a:p>
      </dgm:t>
    </dgm:pt>
    <dgm:pt modelId="{915F0326-FBBC-4F8B-8343-654CCED0150F}" type="sibTrans" cxnId="{E5E57688-46A2-4360-8EEF-02177833A025}">
      <dgm:prSet/>
      <dgm:spPr/>
      <dgm:t>
        <a:bodyPr/>
        <a:lstStyle/>
        <a:p>
          <a:endParaRPr lang="en-MY"/>
        </a:p>
      </dgm:t>
    </dgm:pt>
    <dgm:pt modelId="{1A75C383-9DA2-45E7-ACB7-F40D0F0ED566}">
      <dgm:prSet/>
      <dgm:spPr/>
      <dgm:t>
        <a:bodyPr/>
        <a:lstStyle/>
        <a:p>
          <a:r>
            <a:rPr lang="en-US"/>
            <a:t>To enlightened and familiarise on elements or parameter </a:t>
          </a:r>
          <a:r>
            <a:rPr lang="en-MY"/>
            <a:t>for Halal Control System</a:t>
          </a:r>
        </a:p>
      </dgm:t>
    </dgm:pt>
    <dgm:pt modelId="{506EA24F-FD26-4B03-9596-01C59AFAA60D}" type="parTrans" cxnId="{FDB73223-579A-4A3E-BB2E-BE517614AA7A}">
      <dgm:prSet/>
      <dgm:spPr/>
      <dgm:t>
        <a:bodyPr/>
        <a:lstStyle/>
        <a:p>
          <a:endParaRPr lang="en-MY"/>
        </a:p>
      </dgm:t>
    </dgm:pt>
    <dgm:pt modelId="{97A6DF33-ECE1-4983-BDAD-9EE14677C910}" type="sibTrans" cxnId="{FDB73223-579A-4A3E-BB2E-BE517614AA7A}">
      <dgm:prSet/>
      <dgm:spPr/>
      <dgm:t>
        <a:bodyPr/>
        <a:lstStyle/>
        <a:p>
          <a:endParaRPr lang="en-MY"/>
        </a:p>
      </dgm:t>
    </dgm:pt>
    <dgm:pt modelId="{8B611682-448D-40BD-AEEC-B943A3F8A957}">
      <dgm:prSet/>
      <dgm:spPr/>
      <dgm:t>
        <a:bodyPr/>
        <a:lstStyle/>
        <a:p>
          <a:r>
            <a:rPr lang="en-US"/>
            <a:t>To enhance capability to identify important and critical issues which may threaten Halal integrity</a:t>
          </a:r>
          <a:endParaRPr lang="en-MY"/>
        </a:p>
      </dgm:t>
    </dgm:pt>
    <dgm:pt modelId="{A7DB1D8A-260A-49DD-9197-1A7FDCC79149}" type="parTrans" cxnId="{DE0B8C5B-3E98-4FAA-8C66-F62359BFD94B}">
      <dgm:prSet/>
      <dgm:spPr/>
      <dgm:t>
        <a:bodyPr/>
        <a:lstStyle/>
        <a:p>
          <a:endParaRPr lang="en-MY"/>
        </a:p>
      </dgm:t>
    </dgm:pt>
    <dgm:pt modelId="{AF88E82D-6F6A-4542-9A5F-5549ED7371B4}" type="sibTrans" cxnId="{DE0B8C5B-3E98-4FAA-8C66-F62359BFD94B}">
      <dgm:prSet/>
      <dgm:spPr/>
      <dgm:t>
        <a:bodyPr/>
        <a:lstStyle/>
        <a:p>
          <a:endParaRPr lang="en-MY"/>
        </a:p>
      </dgm:t>
    </dgm:pt>
    <dgm:pt modelId="{DBDA33B3-43EE-4021-A30A-60EF8C4FD674}" type="pres">
      <dgm:prSet presAssocID="{85D6BEB1-C836-404A-936B-8392A42D3F0A}" presName="linear" presStyleCnt="0">
        <dgm:presLayoutVars>
          <dgm:animLvl val="lvl"/>
          <dgm:resizeHandles val="exact"/>
        </dgm:presLayoutVars>
      </dgm:prSet>
      <dgm:spPr/>
    </dgm:pt>
    <dgm:pt modelId="{857CADD6-DBB0-4F15-A75A-94E3F8172EF3}" type="pres">
      <dgm:prSet presAssocID="{929761C7-2807-4A94-B9FB-34D1590F4828}" presName="parentText" presStyleLbl="node1" presStyleIdx="0" presStyleCnt="4">
        <dgm:presLayoutVars>
          <dgm:chMax val="0"/>
          <dgm:bulletEnabled val="1"/>
        </dgm:presLayoutVars>
      </dgm:prSet>
      <dgm:spPr/>
    </dgm:pt>
    <dgm:pt modelId="{F37216BD-94F8-460F-844E-F4CBB1DBB03E}" type="pres">
      <dgm:prSet presAssocID="{5015B1B5-E8DE-40D9-BCB9-099848F098EE}" presName="spacer" presStyleCnt="0"/>
      <dgm:spPr/>
    </dgm:pt>
    <dgm:pt modelId="{26C05B8C-0C6D-4482-8BEB-7E3BF2E191A0}" type="pres">
      <dgm:prSet presAssocID="{0217E224-BE36-4C74-8B38-F2E63FB2E065}" presName="parentText" presStyleLbl="node1" presStyleIdx="1" presStyleCnt="4">
        <dgm:presLayoutVars>
          <dgm:chMax val="0"/>
          <dgm:bulletEnabled val="1"/>
        </dgm:presLayoutVars>
      </dgm:prSet>
      <dgm:spPr/>
    </dgm:pt>
    <dgm:pt modelId="{A01AC2A6-FEA4-459B-A3D7-23BADE6A4EA0}" type="pres">
      <dgm:prSet presAssocID="{915F0326-FBBC-4F8B-8343-654CCED0150F}" presName="spacer" presStyleCnt="0"/>
      <dgm:spPr/>
    </dgm:pt>
    <dgm:pt modelId="{714882CC-0A01-4D8F-8664-A4AECFB44E25}" type="pres">
      <dgm:prSet presAssocID="{1A75C383-9DA2-45E7-ACB7-F40D0F0ED566}" presName="parentText" presStyleLbl="node1" presStyleIdx="2" presStyleCnt="4">
        <dgm:presLayoutVars>
          <dgm:chMax val="0"/>
          <dgm:bulletEnabled val="1"/>
        </dgm:presLayoutVars>
      </dgm:prSet>
      <dgm:spPr/>
    </dgm:pt>
    <dgm:pt modelId="{FDCC56FB-E31D-4289-B938-976D63E50EE4}" type="pres">
      <dgm:prSet presAssocID="{97A6DF33-ECE1-4983-BDAD-9EE14677C910}" presName="spacer" presStyleCnt="0"/>
      <dgm:spPr/>
    </dgm:pt>
    <dgm:pt modelId="{4C9F1979-A4A7-482C-B16D-EAB470A3B281}" type="pres">
      <dgm:prSet presAssocID="{8B611682-448D-40BD-AEEC-B943A3F8A957}" presName="parentText" presStyleLbl="node1" presStyleIdx="3" presStyleCnt="4">
        <dgm:presLayoutVars>
          <dgm:chMax val="0"/>
          <dgm:bulletEnabled val="1"/>
        </dgm:presLayoutVars>
      </dgm:prSet>
      <dgm:spPr/>
    </dgm:pt>
  </dgm:ptLst>
  <dgm:cxnLst>
    <dgm:cxn modelId="{FDB73223-579A-4A3E-BB2E-BE517614AA7A}" srcId="{85D6BEB1-C836-404A-936B-8392A42D3F0A}" destId="{1A75C383-9DA2-45E7-ACB7-F40D0F0ED566}" srcOrd="2" destOrd="0" parTransId="{506EA24F-FD26-4B03-9596-01C59AFAA60D}" sibTransId="{97A6DF33-ECE1-4983-BDAD-9EE14677C910}"/>
    <dgm:cxn modelId="{2DC60925-E439-43F7-91E5-47B7C714E12B}" srcId="{85D6BEB1-C836-404A-936B-8392A42D3F0A}" destId="{929761C7-2807-4A94-B9FB-34D1590F4828}" srcOrd="0" destOrd="0" parTransId="{41145F61-1DCB-4DCC-B67F-7AA703B8A360}" sibTransId="{5015B1B5-E8DE-40D9-BCB9-099848F098EE}"/>
    <dgm:cxn modelId="{24235635-42DF-4D64-A21E-2F4D8A06B343}" type="presOf" srcId="{929761C7-2807-4A94-B9FB-34D1590F4828}" destId="{857CADD6-DBB0-4F15-A75A-94E3F8172EF3}" srcOrd="0" destOrd="0" presId="urn:microsoft.com/office/officeart/2005/8/layout/vList2"/>
    <dgm:cxn modelId="{DE0B8C5B-3E98-4FAA-8C66-F62359BFD94B}" srcId="{85D6BEB1-C836-404A-936B-8392A42D3F0A}" destId="{8B611682-448D-40BD-AEEC-B943A3F8A957}" srcOrd="3" destOrd="0" parTransId="{A7DB1D8A-260A-49DD-9197-1A7FDCC79149}" sibTransId="{AF88E82D-6F6A-4542-9A5F-5549ED7371B4}"/>
    <dgm:cxn modelId="{E5E57688-46A2-4360-8EEF-02177833A025}" srcId="{85D6BEB1-C836-404A-936B-8392A42D3F0A}" destId="{0217E224-BE36-4C74-8B38-F2E63FB2E065}" srcOrd="1" destOrd="0" parTransId="{E00AD888-22D4-4737-830B-0A05BFA220D0}" sibTransId="{915F0326-FBBC-4F8B-8343-654CCED0150F}"/>
    <dgm:cxn modelId="{8BAD02A3-B456-4B7F-91B8-F20E00A6E033}" type="presOf" srcId="{0217E224-BE36-4C74-8B38-F2E63FB2E065}" destId="{26C05B8C-0C6D-4482-8BEB-7E3BF2E191A0}" srcOrd="0" destOrd="0" presId="urn:microsoft.com/office/officeart/2005/8/layout/vList2"/>
    <dgm:cxn modelId="{59C1E2D8-1890-4C94-A25E-CA16C3A535AF}" type="presOf" srcId="{1A75C383-9DA2-45E7-ACB7-F40D0F0ED566}" destId="{714882CC-0A01-4D8F-8664-A4AECFB44E25}" srcOrd="0" destOrd="0" presId="urn:microsoft.com/office/officeart/2005/8/layout/vList2"/>
    <dgm:cxn modelId="{BAFBC0DC-275F-4593-8724-9507E549643A}" type="presOf" srcId="{8B611682-448D-40BD-AEEC-B943A3F8A957}" destId="{4C9F1979-A4A7-482C-B16D-EAB470A3B281}" srcOrd="0" destOrd="0" presId="urn:microsoft.com/office/officeart/2005/8/layout/vList2"/>
    <dgm:cxn modelId="{119A5CF3-FFE6-43AC-A2CB-1F83AB31BB2F}" type="presOf" srcId="{85D6BEB1-C836-404A-936B-8392A42D3F0A}" destId="{DBDA33B3-43EE-4021-A30A-60EF8C4FD674}" srcOrd="0" destOrd="0" presId="urn:microsoft.com/office/officeart/2005/8/layout/vList2"/>
    <dgm:cxn modelId="{020AC5C0-B0A2-462C-8861-B51574DF4499}" type="presParOf" srcId="{DBDA33B3-43EE-4021-A30A-60EF8C4FD674}" destId="{857CADD6-DBB0-4F15-A75A-94E3F8172EF3}" srcOrd="0" destOrd="0" presId="urn:microsoft.com/office/officeart/2005/8/layout/vList2"/>
    <dgm:cxn modelId="{011BA3A7-A648-48DE-A7F9-90187C9991B3}" type="presParOf" srcId="{DBDA33B3-43EE-4021-A30A-60EF8C4FD674}" destId="{F37216BD-94F8-460F-844E-F4CBB1DBB03E}" srcOrd="1" destOrd="0" presId="urn:microsoft.com/office/officeart/2005/8/layout/vList2"/>
    <dgm:cxn modelId="{2122ADC3-9057-4CFF-BCA1-807C4E8C7D7D}" type="presParOf" srcId="{DBDA33B3-43EE-4021-A30A-60EF8C4FD674}" destId="{26C05B8C-0C6D-4482-8BEB-7E3BF2E191A0}" srcOrd="2" destOrd="0" presId="urn:microsoft.com/office/officeart/2005/8/layout/vList2"/>
    <dgm:cxn modelId="{18CFADA0-C647-4DE9-8A28-261D0F9E97C1}" type="presParOf" srcId="{DBDA33B3-43EE-4021-A30A-60EF8C4FD674}" destId="{A01AC2A6-FEA4-459B-A3D7-23BADE6A4EA0}" srcOrd="3" destOrd="0" presId="urn:microsoft.com/office/officeart/2005/8/layout/vList2"/>
    <dgm:cxn modelId="{1BDC962E-6CEC-4479-837E-6CDA163806A1}" type="presParOf" srcId="{DBDA33B3-43EE-4021-A30A-60EF8C4FD674}" destId="{714882CC-0A01-4D8F-8664-A4AECFB44E25}" srcOrd="4" destOrd="0" presId="urn:microsoft.com/office/officeart/2005/8/layout/vList2"/>
    <dgm:cxn modelId="{510B7E9C-340C-4423-926A-4D7AF6F40F6B}" type="presParOf" srcId="{DBDA33B3-43EE-4021-A30A-60EF8C4FD674}" destId="{FDCC56FB-E31D-4289-B938-976D63E50EE4}" srcOrd="5" destOrd="0" presId="urn:microsoft.com/office/officeart/2005/8/layout/vList2"/>
    <dgm:cxn modelId="{639B30A4-316A-419B-90A7-455FA729BDE1}" type="presParOf" srcId="{DBDA33B3-43EE-4021-A30A-60EF8C4FD674}" destId="{4C9F1979-A4A7-482C-B16D-EAB470A3B28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F27E759-1998-4BCA-AE51-ACFD7128608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78AB8D2B-11F7-4AD0-A41D-333E51076FAE}">
      <dgm:prSet/>
      <dgm:spPr/>
      <dgm:t>
        <a:bodyPr/>
        <a:lstStyle/>
        <a:p>
          <a:r>
            <a:rPr lang="en-MY"/>
            <a:t>ISO 19011</a:t>
          </a:r>
        </a:p>
      </dgm:t>
    </dgm:pt>
    <dgm:pt modelId="{A14F3256-DAA7-4C13-B3A9-4D0646383C1A}" type="parTrans" cxnId="{027F202E-C614-4B5F-AC2D-4A873130A9CB}">
      <dgm:prSet/>
      <dgm:spPr/>
      <dgm:t>
        <a:bodyPr/>
        <a:lstStyle/>
        <a:p>
          <a:endParaRPr lang="en-MY"/>
        </a:p>
      </dgm:t>
    </dgm:pt>
    <dgm:pt modelId="{935A2675-9975-4C7D-BBB5-1313CEAE91EB}" type="sibTrans" cxnId="{027F202E-C614-4B5F-AC2D-4A873130A9CB}">
      <dgm:prSet/>
      <dgm:spPr/>
      <dgm:t>
        <a:bodyPr/>
        <a:lstStyle/>
        <a:p>
          <a:endParaRPr lang="en-MY"/>
        </a:p>
      </dgm:t>
    </dgm:pt>
    <dgm:pt modelId="{049DFF2A-C2CF-4AE5-847D-B1D0CA3BA381}">
      <dgm:prSet/>
      <dgm:spPr/>
      <dgm:t>
        <a:bodyPr/>
        <a:lstStyle/>
        <a:p>
          <a:r>
            <a:rPr lang="en-US"/>
            <a:t>Audit is systematic independent and documented process for obtaining evidence and evaluating it objectively to determine the extent to which audit </a:t>
          </a:r>
          <a:r>
            <a:rPr lang="en-MY"/>
            <a:t>criteria is fulfilled.</a:t>
          </a:r>
        </a:p>
      </dgm:t>
    </dgm:pt>
    <dgm:pt modelId="{96DBC7AD-5F52-47FE-BBAF-DA4642A41AB2}" type="parTrans" cxnId="{C678B7C6-FCA9-4B42-B13F-715233956CE2}">
      <dgm:prSet/>
      <dgm:spPr/>
      <dgm:t>
        <a:bodyPr/>
        <a:lstStyle/>
        <a:p>
          <a:endParaRPr lang="en-MY"/>
        </a:p>
      </dgm:t>
    </dgm:pt>
    <dgm:pt modelId="{93B4909B-3809-4F77-BB8C-067E0DF13A27}" type="sibTrans" cxnId="{C678B7C6-FCA9-4B42-B13F-715233956CE2}">
      <dgm:prSet/>
      <dgm:spPr/>
      <dgm:t>
        <a:bodyPr/>
        <a:lstStyle/>
        <a:p>
          <a:endParaRPr lang="en-MY"/>
        </a:p>
      </dgm:t>
    </dgm:pt>
    <dgm:pt modelId="{4BD840D2-C0DB-49D4-984E-F6359333D985}">
      <dgm:prSet/>
      <dgm:spPr/>
      <dgm:t>
        <a:bodyPr/>
        <a:lstStyle/>
        <a:p>
          <a:r>
            <a:rPr lang="en-MY"/>
            <a:t>Halal Internal Audit</a:t>
          </a:r>
        </a:p>
      </dgm:t>
    </dgm:pt>
    <dgm:pt modelId="{569D6182-7F33-4E88-AAA7-302313701CC9}" type="parTrans" cxnId="{DDA592F7-66E9-4BFB-B3FD-1B080156CCD1}">
      <dgm:prSet/>
      <dgm:spPr/>
      <dgm:t>
        <a:bodyPr/>
        <a:lstStyle/>
        <a:p>
          <a:endParaRPr lang="en-MY"/>
        </a:p>
      </dgm:t>
    </dgm:pt>
    <dgm:pt modelId="{EE447957-D368-4F43-81F5-72E2C192DAF1}" type="sibTrans" cxnId="{DDA592F7-66E9-4BFB-B3FD-1B080156CCD1}">
      <dgm:prSet/>
      <dgm:spPr/>
      <dgm:t>
        <a:bodyPr/>
        <a:lstStyle/>
        <a:p>
          <a:endParaRPr lang="en-MY"/>
        </a:p>
      </dgm:t>
    </dgm:pt>
    <dgm:pt modelId="{634612EF-F796-490A-974E-7F329FA9171E}">
      <dgm:prSet/>
      <dgm:spPr/>
      <dgm:t>
        <a:bodyPr/>
        <a:lstStyle/>
        <a:p>
          <a:r>
            <a:rPr lang="en-US"/>
            <a:t>A systematic and independent process for obtaining evidence and evaluating it objectively to determine the extent of </a:t>
          </a:r>
          <a:r>
            <a:rPr lang="en-MY"/>
            <a:t>compliance towards Halal Certification requirements.</a:t>
          </a:r>
        </a:p>
      </dgm:t>
    </dgm:pt>
    <dgm:pt modelId="{8085EEF3-EF48-400E-97BF-77F7057AA77A}" type="parTrans" cxnId="{17CA55F3-867F-403B-B5C1-2FB0CA38DE26}">
      <dgm:prSet/>
      <dgm:spPr/>
      <dgm:t>
        <a:bodyPr/>
        <a:lstStyle/>
        <a:p>
          <a:endParaRPr lang="en-MY"/>
        </a:p>
      </dgm:t>
    </dgm:pt>
    <dgm:pt modelId="{EA9E78C3-947C-43A1-908A-F6428DCDDEBD}" type="sibTrans" cxnId="{17CA55F3-867F-403B-B5C1-2FB0CA38DE26}">
      <dgm:prSet/>
      <dgm:spPr/>
      <dgm:t>
        <a:bodyPr/>
        <a:lstStyle/>
        <a:p>
          <a:endParaRPr lang="en-MY"/>
        </a:p>
      </dgm:t>
    </dgm:pt>
    <dgm:pt modelId="{89042A23-1177-45C2-94C8-FAC0CFD31868}" type="pres">
      <dgm:prSet presAssocID="{2F27E759-1998-4BCA-AE51-ACFD71286089}" presName="linear" presStyleCnt="0">
        <dgm:presLayoutVars>
          <dgm:animLvl val="lvl"/>
          <dgm:resizeHandles val="exact"/>
        </dgm:presLayoutVars>
      </dgm:prSet>
      <dgm:spPr/>
    </dgm:pt>
    <dgm:pt modelId="{DD2EED11-FAE8-4323-B261-96AEC67AFAAB}" type="pres">
      <dgm:prSet presAssocID="{78AB8D2B-11F7-4AD0-A41D-333E51076FAE}" presName="parentText" presStyleLbl="node1" presStyleIdx="0" presStyleCnt="2">
        <dgm:presLayoutVars>
          <dgm:chMax val="0"/>
          <dgm:bulletEnabled val="1"/>
        </dgm:presLayoutVars>
      </dgm:prSet>
      <dgm:spPr/>
    </dgm:pt>
    <dgm:pt modelId="{AE0F4B6A-1DE6-42C2-9ECD-E1ED24368CF1}" type="pres">
      <dgm:prSet presAssocID="{78AB8D2B-11F7-4AD0-A41D-333E51076FAE}" presName="childText" presStyleLbl="revTx" presStyleIdx="0" presStyleCnt="2">
        <dgm:presLayoutVars>
          <dgm:bulletEnabled val="1"/>
        </dgm:presLayoutVars>
      </dgm:prSet>
      <dgm:spPr/>
    </dgm:pt>
    <dgm:pt modelId="{BC54431C-0FB5-487D-95EA-5F51A6672C52}" type="pres">
      <dgm:prSet presAssocID="{4BD840D2-C0DB-49D4-984E-F6359333D985}" presName="parentText" presStyleLbl="node1" presStyleIdx="1" presStyleCnt="2">
        <dgm:presLayoutVars>
          <dgm:chMax val="0"/>
          <dgm:bulletEnabled val="1"/>
        </dgm:presLayoutVars>
      </dgm:prSet>
      <dgm:spPr/>
    </dgm:pt>
    <dgm:pt modelId="{7AC6BF53-6A71-46CB-A2A3-9624E89D2755}" type="pres">
      <dgm:prSet presAssocID="{4BD840D2-C0DB-49D4-984E-F6359333D985}" presName="childText" presStyleLbl="revTx" presStyleIdx="1" presStyleCnt="2">
        <dgm:presLayoutVars>
          <dgm:bulletEnabled val="1"/>
        </dgm:presLayoutVars>
      </dgm:prSet>
      <dgm:spPr/>
    </dgm:pt>
  </dgm:ptLst>
  <dgm:cxnLst>
    <dgm:cxn modelId="{027F202E-C614-4B5F-AC2D-4A873130A9CB}" srcId="{2F27E759-1998-4BCA-AE51-ACFD71286089}" destId="{78AB8D2B-11F7-4AD0-A41D-333E51076FAE}" srcOrd="0" destOrd="0" parTransId="{A14F3256-DAA7-4C13-B3A9-4D0646383C1A}" sibTransId="{935A2675-9975-4C7D-BBB5-1313CEAE91EB}"/>
    <dgm:cxn modelId="{9BC50E37-A69B-49E6-9139-CB9E2B940548}" type="presOf" srcId="{4BD840D2-C0DB-49D4-984E-F6359333D985}" destId="{BC54431C-0FB5-487D-95EA-5F51A6672C52}" srcOrd="0" destOrd="0" presId="urn:microsoft.com/office/officeart/2005/8/layout/vList2"/>
    <dgm:cxn modelId="{31A27F69-2411-43CC-A43E-11A6ABDC23B6}" type="presOf" srcId="{78AB8D2B-11F7-4AD0-A41D-333E51076FAE}" destId="{DD2EED11-FAE8-4323-B261-96AEC67AFAAB}" srcOrd="0" destOrd="0" presId="urn:microsoft.com/office/officeart/2005/8/layout/vList2"/>
    <dgm:cxn modelId="{A6DD186B-BEB9-4340-B1C3-857A3E7DC259}" type="presOf" srcId="{634612EF-F796-490A-974E-7F329FA9171E}" destId="{7AC6BF53-6A71-46CB-A2A3-9624E89D2755}" srcOrd="0" destOrd="0" presId="urn:microsoft.com/office/officeart/2005/8/layout/vList2"/>
    <dgm:cxn modelId="{430B4B58-4635-448D-ACD6-78EB4E1FDD12}" type="presOf" srcId="{049DFF2A-C2CF-4AE5-847D-B1D0CA3BA381}" destId="{AE0F4B6A-1DE6-42C2-9ECD-E1ED24368CF1}" srcOrd="0" destOrd="0" presId="urn:microsoft.com/office/officeart/2005/8/layout/vList2"/>
    <dgm:cxn modelId="{9DDFFE87-3123-47A8-9F76-B93C81DC59F1}" type="presOf" srcId="{2F27E759-1998-4BCA-AE51-ACFD71286089}" destId="{89042A23-1177-45C2-94C8-FAC0CFD31868}" srcOrd="0" destOrd="0" presId="urn:microsoft.com/office/officeart/2005/8/layout/vList2"/>
    <dgm:cxn modelId="{C678B7C6-FCA9-4B42-B13F-715233956CE2}" srcId="{78AB8D2B-11F7-4AD0-A41D-333E51076FAE}" destId="{049DFF2A-C2CF-4AE5-847D-B1D0CA3BA381}" srcOrd="0" destOrd="0" parTransId="{96DBC7AD-5F52-47FE-BBAF-DA4642A41AB2}" sibTransId="{93B4909B-3809-4F77-BB8C-067E0DF13A27}"/>
    <dgm:cxn modelId="{17CA55F3-867F-403B-B5C1-2FB0CA38DE26}" srcId="{4BD840D2-C0DB-49D4-984E-F6359333D985}" destId="{634612EF-F796-490A-974E-7F329FA9171E}" srcOrd="0" destOrd="0" parTransId="{8085EEF3-EF48-400E-97BF-77F7057AA77A}" sibTransId="{EA9E78C3-947C-43A1-908A-F6428DCDDEBD}"/>
    <dgm:cxn modelId="{DDA592F7-66E9-4BFB-B3FD-1B080156CCD1}" srcId="{2F27E759-1998-4BCA-AE51-ACFD71286089}" destId="{4BD840D2-C0DB-49D4-984E-F6359333D985}" srcOrd="1" destOrd="0" parTransId="{569D6182-7F33-4E88-AAA7-302313701CC9}" sibTransId="{EE447957-D368-4F43-81F5-72E2C192DAF1}"/>
    <dgm:cxn modelId="{55942146-C424-4433-8B31-B8008BEAC6AD}" type="presParOf" srcId="{89042A23-1177-45C2-94C8-FAC0CFD31868}" destId="{DD2EED11-FAE8-4323-B261-96AEC67AFAAB}" srcOrd="0" destOrd="0" presId="urn:microsoft.com/office/officeart/2005/8/layout/vList2"/>
    <dgm:cxn modelId="{13F22BF2-E508-4DB2-A5B8-BFF2BFBA0E53}" type="presParOf" srcId="{89042A23-1177-45C2-94C8-FAC0CFD31868}" destId="{AE0F4B6A-1DE6-42C2-9ECD-E1ED24368CF1}" srcOrd="1" destOrd="0" presId="urn:microsoft.com/office/officeart/2005/8/layout/vList2"/>
    <dgm:cxn modelId="{C646949A-F448-40D9-B4DD-B4BF40249A9B}" type="presParOf" srcId="{89042A23-1177-45C2-94C8-FAC0CFD31868}" destId="{BC54431C-0FB5-487D-95EA-5F51A6672C52}" srcOrd="2" destOrd="0" presId="urn:microsoft.com/office/officeart/2005/8/layout/vList2"/>
    <dgm:cxn modelId="{9E85C59C-11A2-42C5-9F94-82E143066E28}" type="presParOf" srcId="{89042A23-1177-45C2-94C8-FAC0CFD31868}" destId="{7AC6BF53-6A71-46CB-A2A3-9624E89D2755}"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7EFF28C-38C4-4E97-A281-06AFA59E625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B4422B6B-9043-4050-BAB5-86F5324311ED}">
      <dgm:prSet/>
      <dgm:spPr/>
      <dgm:t>
        <a:bodyPr/>
        <a:lstStyle/>
        <a:p>
          <a:r>
            <a:rPr lang="en-MY"/>
            <a:t>1st Party</a:t>
          </a:r>
        </a:p>
      </dgm:t>
    </dgm:pt>
    <dgm:pt modelId="{DD90E1F3-59D3-4EFD-BE64-452B8C60F3E0}" type="parTrans" cxnId="{EA031BC0-8233-4525-9FB7-0C9DF606516C}">
      <dgm:prSet/>
      <dgm:spPr/>
      <dgm:t>
        <a:bodyPr/>
        <a:lstStyle/>
        <a:p>
          <a:endParaRPr lang="en-MY"/>
        </a:p>
      </dgm:t>
    </dgm:pt>
    <dgm:pt modelId="{7014927E-5ED7-4A09-B837-E481A9E65524}" type="sibTrans" cxnId="{EA031BC0-8233-4525-9FB7-0C9DF606516C}">
      <dgm:prSet/>
      <dgm:spPr/>
      <dgm:t>
        <a:bodyPr/>
        <a:lstStyle/>
        <a:p>
          <a:endParaRPr lang="en-MY"/>
        </a:p>
      </dgm:t>
    </dgm:pt>
    <dgm:pt modelId="{0680D00B-8EB5-4804-994D-F82A89AC7038}">
      <dgm:prSet/>
      <dgm:spPr/>
      <dgm:t>
        <a:bodyPr/>
        <a:lstStyle/>
        <a:p>
          <a:r>
            <a:rPr lang="en-MY" dirty="0"/>
            <a:t>2nd Party</a:t>
          </a:r>
        </a:p>
      </dgm:t>
    </dgm:pt>
    <dgm:pt modelId="{B7021ECC-F2BF-4F07-BA64-10113CB83ACD}" type="parTrans" cxnId="{1B922A21-A688-495F-B85C-A67DB52BCF42}">
      <dgm:prSet/>
      <dgm:spPr/>
      <dgm:t>
        <a:bodyPr/>
        <a:lstStyle/>
        <a:p>
          <a:endParaRPr lang="en-MY"/>
        </a:p>
      </dgm:t>
    </dgm:pt>
    <dgm:pt modelId="{16445A5D-3AAF-4B70-8F95-D9B5150581BC}" type="sibTrans" cxnId="{1B922A21-A688-495F-B85C-A67DB52BCF42}">
      <dgm:prSet/>
      <dgm:spPr/>
      <dgm:t>
        <a:bodyPr/>
        <a:lstStyle/>
        <a:p>
          <a:endParaRPr lang="en-MY"/>
        </a:p>
      </dgm:t>
    </dgm:pt>
    <dgm:pt modelId="{F1D2A2D0-BB7E-49DB-A88B-E64B15895DEC}">
      <dgm:prSet/>
      <dgm:spPr/>
      <dgm:t>
        <a:bodyPr/>
        <a:lstStyle/>
        <a:p>
          <a:r>
            <a:rPr lang="en-MY" dirty="0"/>
            <a:t>3rd Party</a:t>
          </a:r>
        </a:p>
      </dgm:t>
    </dgm:pt>
    <dgm:pt modelId="{B3A31CAF-B464-4E60-83CA-241C3F6AF424}" type="parTrans" cxnId="{9C70C3FE-8047-4F53-9855-274DF560F11D}">
      <dgm:prSet/>
      <dgm:spPr/>
      <dgm:t>
        <a:bodyPr/>
        <a:lstStyle/>
        <a:p>
          <a:endParaRPr lang="en-MY"/>
        </a:p>
      </dgm:t>
    </dgm:pt>
    <dgm:pt modelId="{B82F8C59-CBC0-46E8-82FA-F85C188E36EC}" type="sibTrans" cxnId="{9C70C3FE-8047-4F53-9855-274DF560F11D}">
      <dgm:prSet/>
      <dgm:spPr/>
      <dgm:t>
        <a:bodyPr/>
        <a:lstStyle/>
        <a:p>
          <a:endParaRPr lang="en-MY"/>
        </a:p>
      </dgm:t>
    </dgm:pt>
    <dgm:pt modelId="{913848E1-79B0-4284-B469-E6C89CA09771}" type="pres">
      <dgm:prSet presAssocID="{C7EFF28C-38C4-4E97-A281-06AFA59E6252}" presName="linear" presStyleCnt="0">
        <dgm:presLayoutVars>
          <dgm:animLvl val="lvl"/>
          <dgm:resizeHandles val="exact"/>
        </dgm:presLayoutVars>
      </dgm:prSet>
      <dgm:spPr/>
    </dgm:pt>
    <dgm:pt modelId="{26044FE4-5642-495E-8714-C795CE0128C8}" type="pres">
      <dgm:prSet presAssocID="{B4422B6B-9043-4050-BAB5-86F5324311ED}" presName="parentText" presStyleLbl="node1" presStyleIdx="0" presStyleCnt="3">
        <dgm:presLayoutVars>
          <dgm:chMax val="0"/>
          <dgm:bulletEnabled val="1"/>
        </dgm:presLayoutVars>
      </dgm:prSet>
      <dgm:spPr/>
    </dgm:pt>
    <dgm:pt modelId="{D409F0C8-6CC3-4302-9D66-234CD03F3827}" type="pres">
      <dgm:prSet presAssocID="{7014927E-5ED7-4A09-B837-E481A9E65524}" presName="spacer" presStyleCnt="0"/>
      <dgm:spPr/>
    </dgm:pt>
    <dgm:pt modelId="{229F0248-65B1-4D87-B965-1BD67EFEE549}" type="pres">
      <dgm:prSet presAssocID="{0680D00B-8EB5-4804-994D-F82A89AC7038}" presName="parentText" presStyleLbl="node1" presStyleIdx="1" presStyleCnt="3">
        <dgm:presLayoutVars>
          <dgm:chMax val="0"/>
          <dgm:bulletEnabled val="1"/>
        </dgm:presLayoutVars>
      </dgm:prSet>
      <dgm:spPr/>
    </dgm:pt>
    <dgm:pt modelId="{4A17F076-6384-4A4F-9EBC-379F21E37FF2}" type="pres">
      <dgm:prSet presAssocID="{16445A5D-3AAF-4B70-8F95-D9B5150581BC}" presName="spacer" presStyleCnt="0"/>
      <dgm:spPr/>
    </dgm:pt>
    <dgm:pt modelId="{979ABF00-E2EC-4CCA-A1A9-5D8DE3F37A12}" type="pres">
      <dgm:prSet presAssocID="{F1D2A2D0-BB7E-49DB-A88B-E64B15895DEC}" presName="parentText" presStyleLbl="node1" presStyleIdx="2" presStyleCnt="3">
        <dgm:presLayoutVars>
          <dgm:chMax val="0"/>
          <dgm:bulletEnabled val="1"/>
        </dgm:presLayoutVars>
      </dgm:prSet>
      <dgm:spPr/>
    </dgm:pt>
  </dgm:ptLst>
  <dgm:cxnLst>
    <dgm:cxn modelId="{1B922A21-A688-495F-B85C-A67DB52BCF42}" srcId="{C7EFF28C-38C4-4E97-A281-06AFA59E6252}" destId="{0680D00B-8EB5-4804-994D-F82A89AC7038}" srcOrd="1" destOrd="0" parTransId="{B7021ECC-F2BF-4F07-BA64-10113CB83ACD}" sibTransId="{16445A5D-3AAF-4B70-8F95-D9B5150581BC}"/>
    <dgm:cxn modelId="{3C01D766-3553-4C44-9FD5-9FECDF9DC846}" type="presOf" srcId="{C7EFF28C-38C4-4E97-A281-06AFA59E6252}" destId="{913848E1-79B0-4284-B469-E6C89CA09771}" srcOrd="0" destOrd="0" presId="urn:microsoft.com/office/officeart/2005/8/layout/vList2"/>
    <dgm:cxn modelId="{AF3E239B-D34D-4D92-9122-81286F86CBF8}" type="presOf" srcId="{0680D00B-8EB5-4804-994D-F82A89AC7038}" destId="{229F0248-65B1-4D87-B965-1BD67EFEE549}" srcOrd="0" destOrd="0" presId="urn:microsoft.com/office/officeart/2005/8/layout/vList2"/>
    <dgm:cxn modelId="{0DD1A3A7-D19E-435B-BDC7-F39AF703F18C}" type="presOf" srcId="{F1D2A2D0-BB7E-49DB-A88B-E64B15895DEC}" destId="{979ABF00-E2EC-4CCA-A1A9-5D8DE3F37A12}" srcOrd="0" destOrd="0" presId="urn:microsoft.com/office/officeart/2005/8/layout/vList2"/>
    <dgm:cxn modelId="{EA031BC0-8233-4525-9FB7-0C9DF606516C}" srcId="{C7EFF28C-38C4-4E97-A281-06AFA59E6252}" destId="{B4422B6B-9043-4050-BAB5-86F5324311ED}" srcOrd="0" destOrd="0" parTransId="{DD90E1F3-59D3-4EFD-BE64-452B8C60F3E0}" sibTransId="{7014927E-5ED7-4A09-B837-E481A9E65524}"/>
    <dgm:cxn modelId="{9AE1C3D4-86A2-4C47-AA61-E5D0BA1A478E}" type="presOf" srcId="{B4422B6B-9043-4050-BAB5-86F5324311ED}" destId="{26044FE4-5642-495E-8714-C795CE0128C8}" srcOrd="0" destOrd="0" presId="urn:microsoft.com/office/officeart/2005/8/layout/vList2"/>
    <dgm:cxn modelId="{9C70C3FE-8047-4F53-9855-274DF560F11D}" srcId="{C7EFF28C-38C4-4E97-A281-06AFA59E6252}" destId="{F1D2A2D0-BB7E-49DB-A88B-E64B15895DEC}" srcOrd="2" destOrd="0" parTransId="{B3A31CAF-B464-4E60-83CA-241C3F6AF424}" sibTransId="{B82F8C59-CBC0-46E8-82FA-F85C188E36EC}"/>
    <dgm:cxn modelId="{45140913-0A5F-48ED-B0A3-6AEC66240267}" type="presParOf" srcId="{913848E1-79B0-4284-B469-E6C89CA09771}" destId="{26044FE4-5642-495E-8714-C795CE0128C8}" srcOrd="0" destOrd="0" presId="urn:microsoft.com/office/officeart/2005/8/layout/vList2"/>
    <dgm:cxn modelId="{67E8273B-A80D-4A16-93BD-B0ADD93B6250}" type="presParOf" srcId="{913848E1-79B0-4284-B469-E6C89CA09771}" destId="{D409F0C8-6CC3-4302-9D66-234CD03F3827}" srcOrd="1" destOrd="0" presId="urn:microsoft.com/office/officeart/2005/8/layout/vList2"/>
    <dgm:cxn modelId="{969C75E5-FD2F-4261-972A-60ACCC106FA7}" type="presParOf" srcId="{913848E1-79B0-4284-B469-E6C89CA09771}" destId="{229F0248-65B1-4D87-B965-1BD67EFEE549}" srcOrd="2" destOrd="0" presId="urn:microsoft.com/office/officeart/2005/8/layout/vList2"/>
    <dgm:cxn modelId="{C81777EA-1541-4207-8D31-658583C8765C}" type="presParOf" srcId="{913848E1-79B0-4284-B469-E6C89CA09771}" destId="{4A17F076-6384-4A4F-9EBC-379F21E37FF2}" srcOrd="3" destOrd="0" presId="urn:microsoft.com/office/officeart/2005/8/layout/vList2"/>
    <dgm:cxn modelId="{2ABC3FE5-596F-4544-BD63-EDDBE0A5589F}" type="presParOf" srcId="{913848E1-79B0-4284-B469-E6C89CA09771}" destId="{979ABF00-E2EC-4CCA-A1A9-5D8DE3F37A1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249B614-5730-4139-92B5-D18530BBFABC}"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MY"/>
        </a:p>
      </dgm:t>
    </dgm:pt>
    <dgm:pt modelId="{8C6DB552-586D-4F47-B1AA-FF190AE796BA}">
      <dgm:prSet/>
      <dgm:spPr/>
      <dgm:t>
        <a:bodyPr/>
        <a:lstStyle/>
        <a:p>
          <a:r>
            <a:rPr lang="en-MY"/>
            <a:t>Adequacy Audit</a:t>
          </a:r>
        </a:p>
      </dgm:t>
    </dgm:pt>
    <dgm:pt modelId="{04D623C4-631F-4272-B969-D5D5C1C35DBF}" type="parTrans" cxnId="{53687B4A-DA3B-470E-A4B5-729AAED673BF}">
      <dgm:prSet/>
      <dgm:spPr/>
      <dgm:t>
        <a:bodyPr/>
        <a:lstStyle/>
        <a:p>
          <a:endParaRPr lang="en-MY"/>
        </a:p>
      </dgm:t>
    </dgm:pt>
    <dgm:pt modelId="{924271E7-FBBE-4E3C-9B36-476AFA5B0AFC}" type="sibTrans" cxnId="{53687B4A-DA3B-470E-A4B5-729AAED673BF}">
      <dgm:prSet/>
      <dgm:spPr/>
      <dgm:t>
        <a:bodyPr/>
        <a:lstStyle/>
        <a:p>
          <a:endParaRPr lang="en-MY"/>
        </a:p>
      </dgm:t>
    </dgm:pt>
    <dgm:pt modelId="{176FB17A-8B29-4472-807F-EA254F83F915}">
      <dgm:prSet/>
      <dgm:spPr/>
      <dgm:t>
        <a:bodyPr/>
        <a:lstStyle/>
        <a:p>
          <a:r>
            <a:rPr lang="en-MY"/>
            <a:t>Compliance Audit</a:t>
          </a:r>
        </a:p>
      </dgm:t>
    </dgm:pt>
    <dgm:pt modelId="{336454CD-7460-40F8-8D90-3313ABD392BC}" type="parTrans" cxnId="{76F2A0F0-3FA6-40FF-8FBE-A5BF9EEAC087}">
      <dgm:prSet/>
      <dgm:spPr/>
      <dgm:t>
        <a:bodyPr/>
        <a:lstStyle/>
        <a:p>
          <a:endParaRPr lang="en-MY"/>
        </a:p>
      </dgm:t>
    </dgm:pt>
    <dgm:pt modelId="{AC9A659A-A57B-4859-8B96-DABCE46DDB49}" type="sibTrans" cxnId="{76F2A0F0-3FA6-40FF-8FBE-A5BF9EEAC087}">
      <dgm:prSet/>
      <dgm:spPr/>
      <dgm:t>
        <a:bodyPr/>
        <a:lstStyle/>
        <a:p>
          <a:endParaRPr lang="en-MY"/>
        </a:p>
      </dgm:t>
    </dgm:pt>
    <dgm:pt modelId="{53ACB4E4-57F0-4B19-B367-CB94CD500A23}">
      <dgm:prSet/>
      <dgm:spPr/>
      <dgm:t>
        <a:bodyPr/>
        <a:lstStyle/>
        <a:p>
          <a:r>
            <a:rPr lang="en-MY"/>
            <a:t>Surveillance Audit</a:t>
          </a:r>
        </a:p>
      </dgm:t>
    </dgm:pt>
    <dgm:pt modelId="{B523005A-3B9C-4FFC-B346-A3C9D3ECC2EA}" type="parTrans" cxnId="{66033F6C-9AE9-48EB-86F4-620BA0C12D4F}">
      <dgm:prSet/>
      <dgm:spPr/>
      <dgm:t>
        <a:bodyPr/>
        <a:lstStyle/>
        <a:p>
          <a:endParaRPr lang="en-MY"/>
        </a:p>
      </dgm:t>
    </dgm:pt>
    <dgm:pt modelId="{C113DDC4-B2E0-4FE9-8011-308503FEA097}" type="sibTrans" cxnId="{66033F6C-9AE9-48EB-86F4-620BA0C12D4F}">
      <dgm:prSet/>
      <dgm:spPr/>
      <dgm:t>
        <a:bodyPr/>
        <a:lstStyle/>
        <a:p>
          <a:endParaRPr lang="en-MY"/>
        </a:p>
      </dgm:t>
    </dgm:pt>
    <dgm:pt modelId="{8BD9275E-496C-47B1-B70D-354CB142BF64}">
      <dgm:prSet/>
      <dgm:spPr/>
      <dgm:t>
        <a:bodyPr/>
        <a:lstStyle/>
        <a:p>
          <a:r>
            <a:rPr lang="en-MY"/>
            <a:t>Documentation Audit</a:t>
          </a:r>
        </a:p>
      </dgm:t>
    </dgm:pt>
    <dgm:pt modelId="{254CFDB2-B6E4-4731-A18B-F7091CB712A3}" type="parTrans" cxnId="{63775C4B-8BCE-4F6E-AA4A-7BF7F7C48409}">
      <dgm:prSet/>
      <dgm:spPr/>
      <dgm:t>
        <a:bodyPr/>
        <a:lstStyle/>
        <a:p>
          <a:endParaRPr lang="en-MY"/>
        </a:p>
      </dgm:t>
    </dgm:pt>
    <dgm:pt modelId="{63B70463-44A8-4593-B01A-40E960D8EE88}" type="sibTrans" cxnId="{63775C4B-8BCE-4F6E-AA4A-7BF7F7C48409}">
      <dgm:prSet/>
      <dgm:spPr/>
      <dgm:t>
        <a:bodyPr/>
        <a:lstStyle/>
        <a:p>
          <a:endParaRPr lang="en-MY"/>
        </a:p>
      </dgm:t>
    </dgm:pt>
    <dgm:pt modelId="{3E85AFDC-5F48-4989-B378-15DC10F40186}">
      <dgm:prSet/>
      <dgm:spPr/>
      <dgm:t>
        <a:bodyPr/>
        <a:lstStyle/>
        <a:p>
          <a:r>
            <a:rPr lang="en-MY"/>
            <a:t>On-site audit</a:t>
          </a:r>
        </a:p>
      </dgm:t>
    </dgm:pt>
    <dgm:pt modelId="{A737AA44-2CCE-4EA4-BF86-3CCE729AEEAE}" type="parTrans" cxnId="{7DA46159-A8CE-4D81-B132-3A6FE9AA200E}">
      <dgm:prSet/>
      <dgm:spPr/>
      <dgm:t>
        <a:bodyPr/>
        <a:lstStyle/>
        <a:p>
          <a:endParaRPr lang="en-MY"/>
        </a:p>
      </dgm:t>
    </dgm:pt>
    <dgm:pt modelId="{20340FF3-64BE-4760-AC37-EF4B53BBF488}" type="sibTrans" cxnId="{7DA46159-A8CE-4D81-B132-3A6FE9AA200E}">
      <dgm:prSet/>
      <dgm:spPr/>
      <dgm:t>
        <a:bodyPr/>
        <a:lstStyle/>
        <a:p>
          <a:endParaRPr lang="en-MY"/>
        </a:p>
      </dgm:t>
    </dgm:pt>
    <dgm:pt modelId="{578C4D57-9EF2-4CAC-A831-1F75D3FE72E7}" type="pres">
      <dgm:prSet presAssocID="{3249B614-5730-4139-92B5-D18530BBFABC}" presName="diagram" presStyleCnt="0">
        <dgm:presLayoutVars>
          <dgm:dir/>
          <dgm:resizeHandles val="exact"/>
        </dgm:presLayoutVars>
      </dgm:prSet>
      <dgm:spPr/>
    </dgm:pt>
    <dgm:pt modelId="{86CDC439-2B66-4AFC-A4F9-63EC49D2AEDC}" type="pres">
      <dgm:prSet presAssocID="{8C6DB552-586D-4F47-B1AA-FF190AE796BA}" presName="node" presStyleLbl="node1" presStyleIdx="0" presStyleCnt="5">
        <dgm:presLayoutVars>
          <dgm:bulletEnabled val="1"/>
        </dgm:presLayoutVars>
      </dgm:prSet>
      <dgm:spPr/>
    </dgm:pt>
    <dgm:pt modelId="{EB292FAE-0F2E-4BEC-86ED-654E43FD3A8F}" type="pres">
      <dgm:prSet presAssocID="{924271E7-FBBE-4E3C-9B36-476AFA5B0AFC}" presName="sibTrans" presStyleCnt="0"/>
      <dgm:spPr/>
    </dgm:pt>
    <dgm:pt modelId="{8E6FBB68-21C4-483E-8CC6-3822672B4EEA}" type="pres">
      <dgm:prSet presAssocID="{176FB17A-8B29-4472-807F-EA254F83F915}" presName="node" presStyleLbl="node1" presStyleIdx="1" presStyleCnt="5">
        <dgm:presLayoutVars>
          <dgm:bulletEnabled val="1"/>
        </dgm:presLayoutVars>
      </dgm:prSet>
      <dgm:spPr/>
    </dgm:pt>
    <dgm:pt modelId="{2E0C92DB-D9A4-4C12-9162-D7CC243AACCB}" type="pres">
      <dgm:prSet presAssocID="{AC9A659A-A57B-4859-8B96-DABCE46DDB49}" presName="sibTrans" presStyleCnt="0"/>
      <dgm:spPr/>
    </dgm:pt>
    <dgm:pt modelId="{5D3B8545-F41D-4F95-87D6-90E88911C44A}" type="pres">
      <dgm:prSet presAssocID="{53ACB4E4-57F0-4B19-B367-CB94CD500A23}" presName="node" presStyleLbl="node1" presStyleIdx="2" presStyleCnt="5">
        <dgm:presLayoutVars>
          <dgm:bulletEnabled val="1"/>
        </dgm:presLayoutVars>
      </dgm:prSet>
      <dgm:spPr/>
    </dgm:pt>
    <dgm:pt modelId="{BE8B79AC-5990-4274-859C-D06CB877D0A1}" type="pres">
      <dgm:prSet presAssocID="{C113DDC4-B2E0-4FE9-8011-308503FEA097}" presName="sibTrans" presStyleCnt="0"/>
      <dgm:spPr/>
    </dgm:pt>
    <dgm:pt modelId="{89DA464C-1B26-446E-A19D-9ADC2A4E078E}" type="pres">
      <dgm:prSet presAssocID="{8BD9275E-496C-47B1-B70D-354CB142BF64}" presName="node" presStyleLbl="node1" presStyleIdx="3" presStyleCnt="5">
        <dgm:presLayoutVars>
          <dgm:bulletEnabled val="1"/>
        </dgm:presLayoutVars>
      </dgm:prSet>
      <dgm:spPr/>
    </dgm:pt>
    <dgm:pt modelId="{7871EA82-EC13-4C6C-AD48-C63C9A59017E}" type="pres">
      <dgm:prSet presAssocID="{63B70463-44A8-4593-B01A-40E960D8EE88}" presName="sibTrans" presStyleCnt="0"/>
      <dgm:spPr/>
    </dgm:pt>
    <dgm:pt modelId="{95C68210-876D-4945-BFD4-8F8272956F65}" type="pres">
      <dgm:prSet presAssocID="{3E85AFDC-5F48-4989-B378-15DC10F40186}" presName="node" presStyleLbl="node1" presStyleIdx="4" presStyleCnt="5">
        <dgm:presLayoutVars>
          <dgm:bulletEnabled val="1"/>
        </dgm:presLayoutVars>
      </dgm:prSet>
      <dgm:spPr/>
    </dgm:pt>
  </dgm:ptLst>
  <dgm:cxnLst>
    <dgm:cxn modelId="{0BCF110A-AE1B-4BAC-BC8B-D6188327E72B}" type="presOf" srcId="{3249B614-5730-4139-92B5-D18530BBFABC}" destId="{578C4D57-9EF2-4CAC-A831-1F75D3FE72E7}" srcOrd="0" destOrd="0" presId="urn:microsoft.com/office/officeart/2005/8/layout/default"/>
    <dgm:cxn modelId="{4F849D1B-1D4D-4F94-ACDC-7065BD96C17A}" type="presOf" srcId="{53ACB4E4-57F0-4B19-B367-CB94CD500A23}" destId="{5D3B8545-F41D-4F95-87D6-90E88911C44A}" srcOrd="0" destOrd="0" presId="urn:microsoft.com/office/officeart/2005/8/layout/default"/>
    <dgm:cxn modelId="{53687B4A-DA3B-470E-A4B5-729AAED673BF}" srcId="{3249B614-5730-4139-92B5-D18530BBFABC}" destId="{8C6DB552-586D-4F47-B1AA-FF190AE796BA}" srcOrd="0" destOrd="0" parTransId="{04D623C4-631F-4272-B969-D5D5C1C35DBF}" sibTransId="{924271E7-FBBE-4E3C-9B36-476AFA5B0AFC}"/>
    <dgm:cxn modelId="{63775C4B-8BCE-4F6E-AA4A-7BF7F7C48409}" srcId="{3249B614-5730-4139-92B5-D18530BBFABC}" destId="{8BD9275E-496C-47B1-B70D-354CB142BF64}" srcOrd="3" destOrd="0" parTransId="{254CFDB2-B6E4-4731-A18B-F7091CB712A3}" sibTransId="{63B70463-44A8-4593-B01A-40E960D8EE88}"/>
    <dgm:cxn modelId="{66033F6C-9AE9-48EB-86F4-620BA0C12D4F}" srcId="{3249B614-5730-4139-92B5-D18530BBFABC}" destId="{53ACB4E4-57F0-4B19-B367-CB94CD500A23}" srcOrd="2" destOrd="0" parTransId="{B523005A-3B9C-4FFC-B346-A3C9D3ECC2EA}" sibTransId="{C113DDC4-B2E0-4FE9-8011-308503FEA097}"/>
    <dgm:cxn modelId="{5AFA1E54-D257-4FAC-80A6-080EA3A338E3}" type="presOf" srcId="{8C6DB552-586D-4F47-B1AA-FF190AE796BA}" destId="{86CDC439-2B66-4AFC-A4F9-63EC49D2AEDC}" srcOrd="0" destOrd="0" presId="urn:microsoft.com/office/officeart/2005/8/layout/default"/>
    <dgm:cxn modelId="{8CCF0877-4F75-4B08-BA59-D5FD4AE4BE35}" type="presOf" srcId="{3E85AFDC-5F48-4989-B378-15DC10F40186}" destId="{95C68210-876D-4945-BFD4-8F8272956F65}" srcOrd="0" destOrd="0" presId="urn:microsoft.com/office/officeart/2005/8/layout/default"/>
    <dgm:cxn modelId="{7DA46159-A8CE-4D81-B132-3A6FE9AA200E}" srcId="{3249B614-5730-4139-92B5-D18530BBFABC}" destId="{3E85AFDC-5F48-4989-B378-15DC10F40186}" srcOrd="4" destOrd="0" parTransId="{A737AA44-2CCE-4EA4-BF86-3CCE729AEEAE}" sibTransId="{20340FF3-64BE-4760-AC37-EF4B53BBF488}"/>
    <dgm:cxn modelId="{2E6DC5BF-9927-4FE0-AE55-AA2E69313B42}" type="presOf" srcId="{8BD9275E-496C-47B1-B70D-354CB142BF64}" destId="{89DA464C-1B26-446E-A19D-9ADC2A4E078E}" srcOrd="0" destOrd="0" presId="urn:microsoft.com/office/officeart/2005/8/layout/default"/>
    <dgm:cxn modelId="{2CE1C8E6-6DA4-4E66-A56F-99C6A1509B04}" type="presOf" srcId="{176FB17A-8B29-4472-807F-EA254F83F915}" destId="{8E6FBB68-21C4-483E-8CC6-3822672B4EEA}" srcOrd="0" destOrd="0" presId="urn:microsoft.com/office/officeart/2005/8/layout/default"/>
    <dgm:cxn modelId="{76F2A0F0-3FA6-40FF-8FBE-A5BF9EEAC087}" srcId="{3249B614-5730-4139-92B5-D18530BBFABC}" destId="{176FB17A-8B29-4472-807F-EA254F83F915}" srcOrd="1" destOrd="0" parTransId="{336454CD-7460-40F8-8D90-3313ABD392BC}" sibTransId="{AC9A659A-A57B-4859-8B96-DABCE46DDB49}"/>
    <dgm:cxn modelId="{8CF1DE38-3011-48F0-AE4D-451B3EB55BD4}" type="presParOf" srcId="{578C4D57-9EF2-4CAC-A831-1F75D3FE72E7}" destId="{86CDC439-2B66-4AFC-A4F9-63EC49D2AEDC}" srcOrd="0" destOrd="0" presId="urn:microsoft.com/office/officeart/2005/8/layout/default"/>
    <dgm:cxn modelId="{B3B3F3C6-7751-4A60-AACA-A9132D37BAAC}" type="presParOf" srcId="{578C4D57-9EF2-4CAC-A831-1F75D3FE72E7}" destId="{EB292FAE-0F2E-4BEC-86ED-654E43FD3A8F}" srcOrd="1" destOrd="0" presId="urn:microsoft.com/office/officeart/2005/8/layout/default"/>
    <dgm:cxn modelId="{B7C528CB-8B9A-4245-AFCB-4D59EDBB4FC7}" type="presParOf" srcId="{578C4D57-9EF2-4CAC-A831-1F75D3FE72E7}" destId="{8E6FBB68-21C4-483E-8CC6-3822672B4EEA}" srcOrd="2" destOrd="0" presId="urn:microsoft.com/office/officeart/2005/8/layout/default"/>
    <dgm:cxn modelId="{2E3BFB28-3DB6-4868-9B3D-3DDCB2A91BD4}" type="presParOf" srcId="{578C4D57-9EF2-4CAC-A831-1F75D3FE72E7}" destId="{2E0C92DB-D9A4-4C12-9162-D7CC243AACCB}" srcOrd="3" destOrd="0" presId="urn:microsoft.com/office/officeart/2005/8/layout/default"/>
    <dgm:cxn modelId="{C6C9E55C-1E1B-4DE9-829F-9CFFC64B709C}" type="presParOf" srcId="{578C4D57-9EF2-4CAC-A831-1F75D3FE72E7}" destId="{5D3B8545-F41D-4F95-87D6-90E88911C44A}" srcOrd="4" destOrd="0" presId="urn:microsoft.com/office/officeart/2005/8/layout/default"/>
    <dgm:cxn modelId="{9CA6FB19-3C00-4C09-AC89-56E16019493B}" type="presParOf" srcId="{578C4D57-9EF2-4CAC-A831-1F75D3FE72E7}" destId="{BE8B79AC-5990-4274-859C-D06CB877D0A1}" srcOrd="5" destOrd="0" presId="urn:microsoft.com/office/officeart/2005/8/layout/default"/>
    <dgm:cxn modelId="{4C736DB8-2CD7-4EC1-8AB5-5E9D62ED27C5}" type="presParOf" srcId="{578C4D57-9EF2-4CAC-A831-1F75D3FE72E7}" destId="{89DA464C-1B26-446E-A19D-9ADC2A4E078E}" srcOrd="6" destOrd="0" presId="urn:microsoft.com/office/officeart/2005/8/layout/default"/>
    <dgm:cxn modelId="{52758BEB-AFAC-4EFC-A3C0-BD2D698CFE83}" type="presParOf" srcId="{578C4D57-9EF2-4CAC-A831-1F75D3FE72E7}" destId="{7871EA82-EC13-4C6C-AD48-C63C9A59017E}" srcOrd="7" destOrd="0" presId="urn:microsoft.com/office/officeart/2005/8/layout/default"/>
    <dgm:cxn modelId="{9826EFB4-46EB-4D00-A38E-3FFB8B2C4551}" type="presParOf" srcId="{578C4D57-9EF2-4CAC-A831-1F75D3FE72E7}" destId="{95C68210-876D-4945-BFD4-8F8272956F65}"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D1FBE1-8FBC-4CD2-BA42-73BEE1C31D39}">
      <dsp:nvSpPr>
        <dsp:cNvPr id="0" name=""/>
        <dsp:cNvSpPr/>
      </dsp:nvSpPr>
      <dsp:spPr>
        <a:xfrm>
          <a:off x="5708" y="0"/>
          <a:ext cx="1369953" cy="4910138"/>
        </a:xfrm>
        <a:prstGeom prst="roundRect">
          <a:avLst>
            <a:gd name="adj" fmla="val 10000"/>
          </a:avLst>
        </a:prstGeom>
        <a:solidFill>
          <a:schemeClr val="accent1">
            <a:tint val="40000"/>
            <a:hueOff val="0"/>
            <a:satOff val="0"/>
            <a:lumOff val="0"/>
            <a:alphaOff val="0"/>
          </a:schemeClr>
        </a:solidFill>
        <a:ln w="57150">
          <a:solidFill>
            <a:srgbClr val="FF0000"/>
          </a:solidFill>
        </a:ln>
        <a:effectLst/>
      </dsp:spPr>
      <dsp:style>
        <a:lnRef idx="0">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MY" sz="4200" b="1" kern="1200" dirty="0"/>
            <a:t>CU 1</a:t>
          </a:r>
        </a:p>
      </dsp:txBody>
      <dsp:txXfrm>
        <a:off x="5708" y="0"/>
        <a:ext cx="1369953" cy="1473041"/>
      </dsp:txXfrm>
    </dsp:sp>
    <dsp:sp modelId="{BCEE2F2B-19C4-4497-876F-E9D8C3E6CE36}">
      <dsp:nvSpPr>
        <dsp:cNvPr id="0" name=""/>
        <dsp:cNvSpPr/>
      </dsp:nvSpPr>
      <dsp:spPr>
        <a:xfrm>
          <a:off x="142703" y="1473041"/>
          <a:ext cx="1095962" cy="319158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spc="-31" dirty="0">
              <a:solidFill>
                <a:schemeClr val="bg1"/>
              </a:solidFill>
              <a:latin typeface="+mn-lt"/>
              <a:ea typeface="Red Hat Display"/>
              <a:cs typeface="Red Hat Display"/>
              <a:sym typeface="Red Hat Display"/>
            </a:rPr>
            <a:t>Coordinate Pre-Audit Meeting</a:t>
          </a:r>
          <a:endParaRPr lang="en-MY" sz="1600" kern="1200" dirty="0">
            <a:solidFill>
              <a:schemeClr val="bg1"/>
            </a:solidFill>
            <a:latin typeface="+mn-lt"/>
          </a:endParaRPr>
        </a:p>
      </dsp:txBody>
      <dsp:txXfrm>
        <a:off x="174803" y="1505141"/>
        <a:ext cx="1031762" cy="3127389"/>
      </dsp:txXfrm>
    </dsp:sp>
    <dsp:sp modelId="{70186531-2BBA-4F58-BDC9-219FC15BECFB}">
      <dsp:nvSpPr>
        <dsp:cNvPr id="0" name=""/>
        <dsp:cNvSpPr/>
      </dsp:nvSpPr>
      <dsp:spPr>
        <a:xfrm>
          <a:off x="1478408" y="0"/>
          <a:ext cx="1369953" cy="4910138"/>
        </a:xfrm>
        <a:prstGeom prst="roundRect">
          <a:avLst>
            <a:gd name="adj" fmla="val 10000"/>
          </a:avLst>
        </a:prstGeom>
        <a:solidFill>
          <a:schemeClr val="accent1">
            <a:tint val="40000"/>
            <a:hueOff val="0"/>
            <a:satOff val="0"/>
            <a:lumOff val="0"/>
            <a:alphaOff val="0"/>
          </a:schemeClr>
        </a:solidFill>
        <a:ln w="57150">
          <a:solidFill>
            <a:srgbClr val="FF0000"/>
          </a:solidFill>
        </a:ln>
        <a:effectLst/>
      </dsp:spPr>
      <dsp:style>
        <a:lnRef idx="0">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MY" sz="4200" b="1" kern="1200" dirty="0"/>
            <a:t>CU 2</a:t>
          </a:r>
        </a:p>
      </dsp:txBody>
      <dsp:txXfrm>
        <a:off x="1478408" y="0"/>
        <a:ext cx="1369953" cy="1473041"/>
      </dsp:txXfrm>
    </dsp:sp>
    <dsp:sp modelId="{3B93213F-7581-45C1-B766-4E04F9AEA472}">
      <dsp:nvSpPr>
        <dsp:cNvPr id="0" name=""/>
        <dsp:cNvSpPr/>
      </dsp:nvSpPr>
      <dsp:spPr>
        <a:xfrm>
          <a:off x="1615403" y="1473041"/>
          <a:ext cx="1095962" cy="319158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spc="-31" dirty="0">
              <a:solidFill>
                <a:schemeClr val="bg1"/>
              </a:solidFill>
              <a:latin typeface="+mn-lt"/>
              <a:ea typeface="Red Hat Display"/>
              <a:cs typeface="Red Hat Display"/>
              <a:sym typeface="Red Hat Display"/>
            </a:rPr>
            <a:t>Prepare Audit Tools</a:t>
          </a:r>
          <a:endParaRPr lang="en-MY" sz="1600" kern="1200" dirty="0">
            <a:solidFill>
              <a:schemeClr val="bg1"/>
            </a:solidFill>
            <a:latin typeface="+mn-lt"/>
          </a:endParaRPr>
        </a:p>
      </dsp:txBody>
      <dsp:txXfrm>
        <a:off x="1647503" y="1505141"/>
        <a:ext cx="1031762" cy="3127389"/>
      </dsp:txXfrm>
    </dsp:sp>
    <dsp:sp modelId="{8AFA8A0F-9195-45C8-93ED-073D282A6B60}">
      <dsp:nvSpPr>
        <dsp:cNvPr id="0" name=""/>
        <dsp:cNvSpPr/>
      </dsp:nvSpPr>
      <dsp:spPr>
        <a:xfrm>
          <a:off x="2951107" y="0"/>
          <a:ext cx="1369953" cy="49101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MY" sz="4200" b="1" kern="1200" dirty="0"/>
            <a:t>CU 3</a:t>
          </a:r>
        </a:p>
      </dsp:txBody>
      <dsp:txXfrm>
        <a:off x="2951107" y="0"/>
        <a:ext cx="1369953" cy="1473041"/>
      </dsp:txXfrm>
    </dsp:sp>
    <dsp:sp modelId="{57DE455B-021D-4F07-AC8D-D6B5B241E1F4}">
      <dsp:nvSpPr>
        <dsp:cNvPr id="0" name=""/>
        <dsp:cNvSpPr/>
      </dsp:nvSpPr>
      <dsp:spPr>
        <a:xfrm>
          <a:off x="3088103" y="1473041"/>
          <a:ext cx="1095962" cy="319158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spc="-31" dirty="0">
              <a:solidFill>
                <a:schemeClr val="bg1"/>
              </a:solidFill>
              <a:latin typeface="+mn-lt"/>
              <a:ea typeface="Red Hat Display"/>
              <a:cs typeface="Red Hat Display"/>
              <a:sym typeface="Red Hat Display"/>
            </a:rPr>
            <a:t>Coordinate Opening Meeting</a:t>
          </a:r>
          <a:endParaRPr lang="en-MY" sz="1600" kern="1200" dirty="0">
            <a:solidFill>
              <a:schemeClr val="bg1"/>
            </a:solidFill>
            <a:latin typeface="+mn-lt"/>
          </a:endParaRPr>
        </a:p>
      </dsp:txBody>
      <dsp:txXfrm>
        <a:off x="3120203" y="1505141"/>
        <a:ext cx="1031762" cy="3127389"/>
      </dsp:txXfrm>
    </dsp:sp>
    <dsp:sp modelId="{41A3ACC5-DED0-4818-B78E-13C712C26C3C}">
      <dsp:nvSpPr>
        <dsp:cNvPr id="0" name=""/>
        <dsp:cNvSpPr/>
      </dsp:nvSpPr>
      <dsp:spPr>
        <a:xfrm>
          <a:off x="4423807" y="0"/>
          <a:ext cx="1369953" cy="49101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MY" sz="4200" b="1" kern="1200" dirty="0"/>
            <a:t>CU 4</a:t>
          </a:r>
        </a:p>
      </dsp:txBody>
      <dsp:txXfrm>
        <a:off x="4423807" y="0"/>
        <a:ext cx="1369953" cy="1473041"/>
      </dsp:txXfrm>
    </dsp:sp>
    <dsp:sp modelId="{E2B13DF1-1428-4819-A130-D507AE375098}">
      <dsp:nvSpPr>
        <dsp:cNvPr id="0" name=""/>
        <dsp:cNvSpPr/>
      </dsp:nvSpPr>
      <dsp:spPr>
        <a:xfrm>
          <a:off x="4560803" y="1473041"/>
          <a:ext cx="1095962" cy="319158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spc="-31" dirty="0">
              <a:solidFill>
                <a:schemeClr val="bg1"/>
              </a:solidFill>
              <a:latin typeface="+mn-lt"/>
              <a:ea typeface="Red Hat Display"/>
              <a:cs typeface="Red Hat Display"/>
              <a:sym typeface="Red Hat Display"/>
            </a:rPr>
            <a:t>Carry Out Documentation Audit</a:t>
          </a:r>
          <a:endParaRPr lang="en-MY" sz="1600" kern="1200" dirty="0">
            <a:solidFill>
              <a:schemeClr val="bg1"/>
            </a:solidFill>
            <a:latin typeface="+mn-lt"/>
          </a:endParaRPr>
        </a:p>
      </dsp:txBody>
      <dsp:txXfrm>
        <a:off x="4592903" y="1505141"/>
        <a:ext cx="1031762" cy="3127389"/>
      </dsp:txXfrm>
    </dsp:sp>
    <dsp:sp modelId="{52CC82C5-DD63-465F-B9CC-48904E456318}">
      <dsp:nvSpPr>
        <dsp:cNvPr id="0" name=""/>
        <dsp:cNvSpPr/>
      </dsp:nvSpPr>
      <dsp:spPr>
        <a:xfrm>
          <a:off x="5896507" y="0"/>
          <a:ext cx="1369953" cy="49101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MY" sz="4200" b="1" kern="1200" dirty="0"/>
            <a:t>CU 5</a:t>
          </a:r>
        </a:p>
      </dsp:txBody>
      <dsp:txXfrm>
        <a:off x="5896507" y="0"/>
        <a:ext cx="1369953" cy="1473041"/>
      </dsp:txXfrm>
    </dsp:sp>
    <dsp:sp modelId="{28F3E933-E339-44BA-B8C6-6B76B061F3EE}">
      <dsp:nvSpPr>
        <dsp:cNvPr id="0" name=""/>
        <dsp:cNvSpPr/>
      </dsp:nvSpPr>
      <dsp:spPr>
        <a:xfrm>
          <a:off x="6033503" y="1473041"/>
          <a:ext cx="1095962" cy="319158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spc="-31" dirty="0">
              <a:solidFill>
                <a:schemeClr val="bg1"/>
              </a:solidFill>
              <a:latin typeface="+mn-lt"/>
              <a:ea typeface="Red Hat Display"/>
              <a:cs typeface="Red Hat Display"/>
              <a:sym typeface="Red Hat Display"/>
            </a:rPr>
            <a:t>Carry Out On-Site Audit</a:t>
          </a:r>
          <a:endParaRPr lang="en-MY" sz="1600" kern="1200" dirty="0">
            <a:solidFill>
              <a:schemeClr val="bg1"/>
            </a:solidFill>
            <a:latin typeface="+mn-lt"/>
          </a:endParaRPr>
        </a:p>
      </dsp:txBody>
      <dsp:txXfrm>
        <a:off x="6065603" y="1505141"/>
        <a:ext cx="1031762" cy="3127389"/>
      </dsp:txXfrm>
    </dsp:sp>
    <dsp:sp modelId="{106DB884-7A58-4319-BA6B-C24D7E516BFD}">
      <dsp:nvSpPr>
        <dsp:cNvPr id="0" name=""/>
        <dsp:cNvSpPr/>
      </dsp:nvSpPr>
      <dsp:spPr>
        <a:xfrm>
          <a:off x="7369207" y="0"/>
          <a:ext cx="1369953" cy="49101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MY" sz="4200" b="1" kern="1200" dirty="0"/>
            <a:t>CU 6</a:t>
          </a:r>
        </a:p>
      </dsp:txBody>
      <dsp:txXfrm>
        <a:off x="7369207" y="0"/>
        <a:ext cx="1369953" cy="1473041"/>
      </dsp:txXfrm>
    </dsp:sp>
    <dsp:sp modelId="{7D0B4D85-CF29-4F0D-865D-77AB2C0B2B3C}">
      <dsp:nvSpPr>
        <dsp:cNvPr id="0" name=""/>
        <dsp:cNvSpPr/>
      </dsp:nvSpPr>
      <dsp:spPr>
        <a:xfrm>
          <a:off x="7506202" y="1473041"/>
          <a:ext cx="1095962" cy="319158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spc="-31" dirty="0">
              <a:solidFill>
                <a:schemeClr val="bg1"/>
              </a:solidFill>
              <a:latin typeface="+mn-lt"/>
              <a:ea typeface="Red Hat Display"/>
              <a:cs typeface="Red Hat Display"/>
              <a:sym typeface="Red Hat Display"/>
            </a:rPr>
            <a:t>Prepare Audit Finding Report</a:t>
          </a:r>
          <a:endParaRPr lang="en-MY" sz="1600" kern="1200" dirty="0">
            <a:solidFill>
              <a:schemeClr val="bg1"/>
            </a:solidFill>
            <a:latin typeface="+mn-lt"/>
          </a:endParaRPr>
        </a:p>
      </dsp:txBody>
      <dsp:txXfrm>
        <a:off x="7538302" y="1505141"/>
        <a:ext cx="1031762" cy="3127389"/>
      </dsp:txXfrm>
    </dsp:sp>
    <dsp:sp modelId="{BA1E3A1A-E106-4A41-BE18-0C1F88639794}">
      <dsp:nvSpPr>
        <dsp:cNvPr id="0" name=""/>
        <dsp:cNvSpPr/>
      </dsp:nvSpPr>
      <dsp:spPr>
        <a:xfrm>
          <a:off x="8841907" y="0"/>
          <a:ext cx="1369953" cy="49101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MY" sz="4200" b="1" kern="1200" dirty="0"/>
            <a:t>CU 7</a:t>
          </a:r>
        </a:p>
      </dsp:txBody>
      <dsp:txXfrm>
        <a:off x="8841907" y="0"/>
        <a:ext cx="1369953" cy="1473041"/>
      </dsp:txXfrm>
    </dsp:sp>
    <dsp:sp modelId="{7ACD9E21-6C61-4558-84E7-0DCDB51CFEE2}">
      <dsp:nvSpPr>
        <dsp:cNvPr id="0" name=""/>
        <dsp:cNvSpPr/>
      </dsp:nvSpPr>
      <dsp:spPr>
        <a:xfrm>
          <a:off x="8978902" y="1473041"/>
          <a:ext cx="1095962" cy="319158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spc="-31" dirty="0">
              <a:solidFill>
                <a:schemeClr val="bg1"/>
              </a:solidFill>
              <a:latin typeface="+mn-lt"/>
              <a:ea typeface="Red Hat Display"/>
              <a:cs typeface="Red Hat Display"/>
              <a:sym typeface="Red Hat Display"/>
            </a:rPr>
            <a:t>Carry Out Audit Closing Meeting</a:t>
          </a:r>
          <a:endParaRPr lang="en-MY" sz="1600" kern="1200" dirty="0">
            <a:solidFill>
              <a:schemeClr val="bg1"/>
            </a:solidFill>
            <a:latin typeface="+mn-lt"/>
          </a:endParaRPr>
        </a:p>
      </dsp:txBody>
      <dsp:txXfrm>
        <a:off x="9011002" y="1505141"/>
        <a:ext cx="1031762" cy="3127389"/>
      </dsp:txXfrm>
    </dsp:sp>
    <dsp:sp modelId="{51BF0F2D-8FA4-41B7-89F8-B5F48EA98CD2}">
      <dsp:nvSpPr>
        <dsp:cNvPr id="0" name=""/>
        <dsp:cNvSpPr/>
      </dsp:nvSpPr>
      <dsp:spPr>
        <a:xfrm>
          <a:off x="10314607" y="0"/>
          <a:ext cx="1369953" cy="49101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MY" sz="4200" b="1" kern="1200" dirty="0"/>
            <a:t>CU 8</a:t>
          </a:r>
        </a:p>
      </dsp:txBody>
      <dsp:txXfrm>
        <a:off x="10314607" y="0"/>
        <a:ext cx="1369953" cy="1473041"/>
      </dsp:txXfrm>
    </dsp:sp>
    <dsp:sp modelId="{B53B8FBA-801B-4E1E-AE95-A5165D78CB71}">
      <dsp:nvSpPr>
        <dsp:cNvPr id="0" name=""/>
        <dsp:cNvSpPr/>
      </dsp:nvSpPr>
      <dsp:spPr>
        <a:xfrm>
          <a:off x="10451602" y="1473041"/>
          <a:ext cx="1095962" cy="319158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spc="-31" dirty="0">
              <a:solidFill>
                <a:schemeClr val="bg1"/>
              </a:solidFill>
              <a:latin typeface="+mn-lt"/>
              <a:ea typeface="Red Hat Display"/>
              <a:cs typeface="Red Hat Display"/>
              <a:sym typeface="Red Hat Display"/>
            </a:rPr>
            <a:t>Conduct Follow Up Halal Audit</a:t>
          </a:r>
          <a:endParaRPr lang="en-MY" sz="1600" kern="1200" dirty="0">
            <a:solidFill>
              <a:schemeClr val="bg1"/>
            </a:solidFill>
            <a:latin typeface="+mn-lt"/>
          </a:endParaRPr>
        </a:p>
      </dsp:txBody>
      <dsp:txXfrm>
        <a:off x="10483702" y="1505141"/>
        <a:ext cx="1031762" cy="31273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7CADD6-DBB0-4F15-A75A-94E3F8172EF3}">
      <dsp:nvSpPr>
        <dsp:cNvPr id="0" name=""/>
        <dsp:cNvSpPr/>
      </dsp:nvSpPr>
      <dsp:spPr>
        <a:xfrm>
          <a:off x="0" y="22321"/>
          <a:ext cx="10515600" cy="11536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To enhance the knowledge of key personnel in the organisation on the concept and required activities for </a:t>
          </a:r>
          <a:r>
            <a:rPr lang="en-MY" sz="2900" kern="1200"/>
            <a:t>Halal auditing program</a:t>
          </a:r>
        </a:p>
      </dsp:txBody>
      <dsp:txXfrm>
        <a:off x="56315" y="78636"/>
        <a:ext cx="10402970" cy="1040990"/>
      </dsp:txXfrm>
    </dsp:sp>
    <dsp:sp modelId="{26C05B8C-0C6D-4482-8BEB-7E3BF2E191A0}">
      <dsp:nvSpPr>
        <dsp:cNvPr id="0" name=""/>
        <dsp:cNvSpPr/>
      </dsp:nvSpPr>
      <dsp:spPr>
        <a:xfrm>
          <a:off x="0" y="1259461"/>
          <a:ext cx="10515600" cy="11536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To enhance knowledge on effective and efficient audit </a:t>
          </a:r>
          <a:r>
            <a:rPr lang="en-MY" sz="2900" kern="1200"/>
            <a:t>program</a:t>
          </a:r>
        </a:p>
      </dsp:txBody>
      <dsp:txXfrm>
        <a:off x="56315" y="1315776"/>
        <a:ext cx="10402970" cy="1040990"/>
      </dsp:txXfrm>
    </dsp:sp>
    <dsp:sp modelId="{714882CC-0A01-4D8F-8664-A4AECFB44E25}">
      <dsp:nvSpPr>
        <dsp:cNvPr id="0" name=""/>
        <dsp:cNvSpPr/>
      </dsp:nvSpPr>
      <dsp:spPr>
        <a:xfrm>
          <a:off x="0" y="2496600"/>
          <a:ext cx="10515600" cy="11536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To enlightened and familiarise on elements or parameter </a:t>
          </a:r>
          <a:r>
            <a:rPr lang="en-MY" sz="2900" kern="1200"/>
            <a:t>for Halal Control System</a:t>
          </a:r>
        </a:p>
      </dsp:txBody>
      <dsp:txXfrm>
        <a:off x="56315" y="2552915"/>
        <a:ext cx="10402970" cy="1040990"/>
      </dsp:txXfrm>
    </dsp:sp>
    <dsp:sp modelId="{4C9F1979-A4A7-482C-B16D-EAB470A3B281}">
      <dsp:nvSpPr>
        <dsp:cNvPr id="0" name=""/>
        <dsp:cNvSpPr/>
      </dsp:nvSpPr>
      <dsp:spPr>
        <a:xfrm>
          <a:off x="0" y="3733741"/>
          <a:ext cx="10515600" cy="11536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To enhance capability to identify important and critical issues which may threaten Halal integrity</a:t>
          </a:r>
          <a:endParaRPr lang="en-MY" sz="2900" kern="1200"/>
        </a:p>
      </dsp:txBody>
      <dsp:txXfrm>
        <a:off x="56315" y="3790056"/>
        <a:ext cx="10402970" cy="10409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2EED11-FAE8-4323-B261-96AEC67AFAAB}">
      <dsp:nvSpPr>
        <dsp:cNvPr id="0" name=""/>
        <dsp:cNvSpPr/>
      </dsp:nvSpPr>
      <dsp:spPr>
        <a:xfrm>
          <a:off x="0" y="147015"/>
          <a:ext cx="10515600" cy="9354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MY" sz="3900" kern="1200"/>
            <a:t>ISO 19011</a:t>
          </a:r>
        </a:p>
      </dsp:txBody>
      <dsp:txXfrm>
        <a:off x="45663" y="192678"/>
        <a:ext cx="10424274" cy="844089"/>
      </dsp:txXfrm>
    </dsp:sp>
    <dsp:sp modelId="{AE0F4B6A-1DE6-42C2-9ECD-E1ED24368CF1}">
      <dsp:nvSpPr>
        <dsp:cNvPr id="0" name=""/>
        <dsp:cNvSpPr/>
      </dsp:nvSpPr>
      <dsp:spPr>
        <a:xfrm>
          <a:off x="0" y="1082430"/>
          <a:ext cx="10515600" cy="13724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9530" rIns="277368" bIns="49530" numCol="1" spcCol="1270" anchor="t" anchorCtr="0">
          <a:noAutofit/>
        </a:bodyPr>
        <a:lstStyle/>
        <a:p>
          <a:pPr marL="285750" lvl="1" indent="-285750" algn="l" defTabSz="1333500">
            <a:lnSpc>
              <a:spcPct val="90000"/>
            </a:lnSpc>
            <a:spcBef>
              <a:spcPct val="0"/>
            </a:spcBef>
            <a:spcAft>
              <a:spcPct val="20000"/>
            </a:spcAft>
            <a:buChar char="•"/>
          </a:pPr>
          <a:r>
            <a:rPr lang="en-US" sz="3000" kern="1200"/>
            <a:t>Audit is systematic independent and documented process for obtaining evidence and evaluating it objectively to determine the extent to which audit </a:t>
          </a:r>
          <a:r>
            <a:rPr lang="en-MY" sz="3000" kern="1200"/>
            <a:t>criteria is fulfilled.</a:t>
          </a:r>
        </a:p>
      </dsp:txBody>
      <dsp:txXfrm>
        <a:off x="0" y="1082430"/>
        <a:ext cx="10515600" cy="1372410"/>
      </dsp:txXfrm>
    </dsp:sp>
    <dsp:sp modelId="{BC54431C-0FB5-487D-95EA-5F51A6672C52}">
      <dsp:nvSpPr>
        <dsp:cNvPr id="0" name=""/>
        <dsp:cNvSpPr/>
      </dsp:nvSpPr>
      <dsp:spPr>
        <a:xfrm>
          <a:off x="0" y="2454840"/>
          <a:ext cx="10515600" cy="9354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MY" sz="3900" kern="1200"/>
            <a:t>Halal Internal Audit</a:t>
          </a:r>
        </a:p>
      </dsp:txBody>
      <dsp:txXfrm>
        <a:off x="45663" y="2500503"/>
        <a:ext cx="10424274" cy="844089"/>
      </dsp:txXfrm>
    </dsp:sp>
    <dsp:sp modelId="{7AC6BF53-6A71-46CB-A2A3-9624E89D2755}">
      <dsp:nvSpPr>
        <dsp:cNvPr id="0" name=""/>
        <dsp:cNvSpPr/>
      </dsp:nvSpPr>
      <dsp:spPr>
        <a:xfrm>
          <a:off x="0" y="3390256"/>
          <a:ext cx="10515600" cy="13724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9530" rIns="277368" bIns="49530" numCol="1" spcCol="1270" anchor="t" anchorCtr="0">
          <a:noAutofit/>
        </a:bodyPr>
        <a:lstStyle/>
        <a:p>
          <a:pPr marL="285750" lvl="1" indent="-285750" algn="l" defTabSz="1333500">
            <a:lnSpc>
              <a:spcPct val="90000"/>
            </a:lnSpc>
            <a:spcBef>
              <a:spcPct val="0"/>
            </a:spcBef>
            <a:spcAft>
              <a:spcPct val="20000"/>
            </a:spcAft>
            <a:buChar char="•"/>
          </a:pPr>
          <a:r>
            <a:rPr lang="en-US" sz="3000" kern="1200"/>
            <a:t>A systematic and independent process for obtaining evidence and evaluating it objectively to determine the extent of </a:t>
          </a:r>
          <a:r>
            <a:rPr lang="en-MY" sz="3000" kern="1200"/>
            <a:t>compliance towards Halal Certification requirements.</a:t>
          </a:r>
        </a:p>
      </dsp:txBody>
      <dsp:txXfrm>
        <a:off x="0" y="3390256"/>
        <a:ext cx="10515600" cy="13724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044FE4-5642-495E-8714-C795CE0128C8}">
      <dsp:nvSpPr>
        <dsp:cNvPr id="0" name=""/>
        <dsp:cNvSpPr/>
      </dsp:nvSpPr>
      <dsp:spPr>
        <a:xfrm>
          <a:off x="0" y="23993"/>
          <a:ext cx="10515600" cy="141511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4790" tIns="224790" rIns="224790" bIns="224790" numCol="1" spcCol="1270" anchor="ctr" anchorCtr="0">
          <a:noAutofit/>
        </a:bodyPr>
        <a:lstStyle/>
        <a:p>
          <a:pPr marL="0" lvl="0" indent="0" algn="l" defTabSz="2622550">
            <a:lnSpc>
              <a:spcPct val="90000"/>
            </a:lnSpc>
            <a:spcBef>
              <a:spcPct val="0"/>
            </a:spcBef>
            <a:spcAft>
              <a:spcPct val="35000"/>
            </a:spcAft>
            <a:buNone/>
          </a:pPr>
          <a:r>
            <a:rPr lang="en-MY" sz="5900" kern="1200"/>
            <a:t>1st Party</a:t>
          </a:r>
        </a:p>
      </dsp:txBody>
      <dsp:txXfrm>
        <a:off x="69080" y="93073"/>
        <a:ext cx="10377440" cy="1276954"/>
      </dsp:txXfrm>
    </dsp:sp>
    <dsp:sp modelId="{229F0248-65B1-4D87-B965-1BD67EFEE549}">
      <dsp:nvSpPr>
        <dsp:cNvPr id="0" name=""/>
        <dsp:cNvSpPr/>
      </dsp:nvSpPr>
      <dsp:spPr>
        <a:xfrm>
          <a:off x="0" y="1609028"/>
          <a:ext cx="10515600" cy="141511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4790" tIns="224790" rIns="224790" bIns="224790" numCol="1" spcCol="1270" anchor="ctr" anchorCtr="0">
          <a:noAutofit/>
        </a:bodyPr>
        <a:lstStyle/>
        <a:p>
          <a:pPr marL="0" lvl="0" indent="0" algn="l" defTabSz="2622550">
            <a:lnSpc>
              <a:spcPct val="90000"/>
            </a:lnSpc>
            <a:spcBef>
              <a:spcPct val="0"/>
            </a:spcBef>
            <a:spcAft>
              <a:spcPct val="35000"/>
            </a:spcAft>
            <a:buNone/>
          </a:pPr>
          <a:r>
            <a:rPr lang="en-MY" sz="5900" kern="1200" dirty="0"/>
            <a:t>2nd Party</a:t>
          </a:r>
        </a:p>
      </dsp:txBody>
      <dsp:txXfrm>
        <a:off x="69080" y="1678108"/>
        <a:ext cx="10377440" cy="1276954"/>
      </dsp:txXfrm>
    </dsp:sp>
    <dsp:sp modelId="{979ABF00-E2EC-4CCA-A1A9-5D8DE3F37A12}">
      <dsp:nvSpPr>
        <dsp:cNvPr id="0" name=""/>
        <dsp:cNvSpPr/>
      </dsp:nvSpPr>
      <dsp:spPr>
        <a:xfrm>
          <a:off x="0" y="3194063"/>
          <a:ext cx="10515600" cy="141511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4790" tIns="224790" rIns="224790" bIns="224790" numCol="1" spcCol="1270" anchor="ctr" anchorCtr="0">
          <a:noAutofit/>
        </a:bodyPr>
        <a:lstStyle/>
        <a:p>
          <a:pPr marL="0" lvl="0" indent="0" algn="l" defTabSz="2622550">
            <a:lnSpc>
              <a:spcPct val="90000"/>
            </a:lnSpc>
            <a:spcBef>
              <a:spcPct val="0"/>
            </a:spcBef>
            <a:spcAft>
              <a:spcPct val="35000"/>
            </a:spcAft>
            <a:buNone/>
          </a:pPr>
          <a:r>
            <a:rPr lang="en-MY" sz="5900" kern="1200" dirty="0"/>
            <a:t>3rd Party</a:t>
          </a:r>
        </a:p>
      </dsp:txBody>
      <dsp:txXfrm>
        <a:off x="69080" y="3263143"/>
        <a:ext cx="10377440" cy="127695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CDC439-2B66-4AFC-A4F9-63EC49D2AEDC}">
      <dsp:nvSpPr>
        <dsp:cNvPr id="0" name=""/>
        <dsp:cNvSpPr/>
      </dsp:nvSpPr>
      <dsp:spPr>
        <a:xfrm>
          <a:off x="389457" y="715"/>
          <a:ext cx="2264345" cy="135860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MY" sz="2500" kern="1200"/>
            <a:t>Adequacy Audit</a:t>
          </a:r>
        </a:p>
      </dsp:txBody>
      <dsp:txXfrm>
        <a:off x="389457" y="715"/>
        <a:ext cx="2264345" cy="1358607"/>
      </dsp:txXfrm>
    </dsp:sp>
    <dsp:sp modelId="{8E6FBB68-21C4-483E-8CC6-3822672B4EEA}">
      <dsp:nvSpPr>
        <dsp:cNvPr id="0" name=""/>
        <dsp:cNvSpPr/>
      </dsp:nvSpPr>
      <dsp:spPr>
        <a:xfrm>
          <a:off x="2880237" y="715"/>
          <a:ext cx="2264345" cy="135860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MY" sz="2500" kern="1200"/>
            <a:t>Compliance Audit</a:t>
          </a:r>
        </a:p>
      </dsp:txBody>
      <dsp:txXfrm>
        <a:off x="2880237" y="715"/>
        <a:ext cx="2264345" cy="1358607"/>
      </dsp:txXfrm>
    </dsp:sp>
    <dsp:sp modelId="{5D3B8545-F41D-4F95-87D6-90E88911C44A}">
      <dsp:nvSpPr>
        <dsp:cNvPr id="0" name=""/>
        <dsp:cNvSpPr/>
      </dsp:nvSpPr>
      <dsp:spPr>
        <a:xfrm>
          <a:off x="5371017" y="715"/>
          <a:ext cx="2264345" cy="135860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MY" sz="2500" kern="1200"/>
            <a:t>Surveillance Audit</a:t>
          </a:r>
        </a:p>
      </dsp:txBody>
      <dsp:txXfrm>
        <a:off x="5371017" y="715"/>
        <a:ext cx="2264345" cy="1358607"/>
      </dsp:txXfrm>
    </dsp:sp>
    <dsp:sp modelId="{89DA464C-1B26-446E-A19D-9ADC2A4E078E}">
      <dsp:nvSpPr>
        <dsp:cNvPr id="0" name=""/>
        <dsp:cNvSpPr/>
      </dsp:nvSpPr>
      <dsp:spPr>
        <a:xfrm>
          <a:off x="7861797" y="715"/>
          <a:ext cx="2264345" cy="135860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MY" sz="2500" kern="1200"/>
            <a:t>Documentation Audit</a:t>
          </a:r>
        </a:p>
      </dsp:txBody>
      <dsp:txXfrm>
        <a:off x="7861797" y="715"/>
        <a:ext cx="2264345" cy="1358607"/>
      </dsp:txXfrm>
    </dsp:sp>
    <dsp:sp modelId="{95C68210-876D-4945-BFD4-8F8272956F65}">
      <dsp:nvSpPr>
        <dsp:cNvPr id="0" name=""/>
        <dsp:cNvSpPr/>
      </dsp:nvSpPr>
      <dsp:spPr>
        <a:xfrm>
          <a:off x="4125627" y="1585757"/>
          <a:ext cx="2264345" cy="135860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MY" sz="2500" kern="1200"/>
            <a:t>On-site audit</a:t>
          </a:r>
        </a:p>
      </dsp:txBody>
      <dsp:txXfrm>
        <a:off x="4125627" y="1585757"/>
        <a:ext cx="2264345" cy="1358607"/>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C99264-B647-48E4-8999-8C9C2947097D}" type="datetimeFigureOut">
              <a:rPr lang="en-US" smtClean="0"/>
              <a:t>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CE441F-9933-491E-B048-ABF156E37C33}" type="slidenum">
              <a:rPr lang="en-US" smtClean="0"/>
              <a:t>‹#›</a:t>
            </a:fld>
            <a:endParaRPr lang="en-US"/>
          </a:p>
        </p:txBody>
      </p:sp>
    </p:spTree>
    <p:extLst>
      <p:ext uri="{BB962C8B-B14F-4D97-AF65-F5344CB8AC3E}">
        <p14:creationId xmlns:p14="http://schemas.microsoft.com/office/powerpoint/2010/main" val="107388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6FCE441F-9933-491E-B048-ABF156E37C33}" type="slidenum">
              <a:rPr lang="en-US" smtClean="0"/>
              <a:t>62</a:t>
            </a:fld>
            <a:endParaRPr lang="en-US"/>
          </a:p>
        </p:txBody>
      </p:sp>
    </p:spTree>
    <p:extLst>
      <p:ext uri="{BB962C8B-B14F-4D97-AF65-F5344CB8AC3E}">
        <p14:creationId xmlns:p14="http://schemas.microsoft.com/office/powerpoint/2010/main" val="41937394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B19B8-435C-7B9C-9495-1A41803475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1CCCD46-8EBE-51F7-97B9-5EA0516B2368}"/>
              </a:ext>
            </a:extLst>
          </p:cNvPr>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1"/>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03F4D28-513C-7D38-2517-F3A5EA2361B0}"/>
              </a:ext>
            </a:extLst>
          </p:cNvPr>
          <p:cNvSpPr>
            <a:spLocks noGrp="1"/>
          </p:cNvSpPr>
          <p:nvPr>
            <p:ph type="dt" sz="half" idx="10"/>
          </p:nvPr>
        </p:nvSpPr>
        <p:spPr/>
        <p:txBody>
          <a:bodyPr/>
          <a:lstStyle/>
          <a:p>
            <a:r>
              <a:rPr lang="en-US"/>
              <a:t>© 2024 HDC Berhad </a:t>
            </a:r>
            <a:endParaRPr lang="en-US" dirty="0"/>
          </a:p>
        </p:txBody>
      </p:sp>
      <p:sp>
        <p:nvSpPr>
          <p:cNvPr id="5" name="Footer Placeholder 4">
            <a:extLst>
              <a:ext uri="{FF2B5EF4-FFF2-40B4-BE49-F238E27FC236}">
                <a16:creationId xmlns:a16="http://schemas.microsoft.com/office/drawing/2014/main" id="{9EEDC1F5-6FFC-9235-E835-BCE174A41E53}"/>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9FDCEB05-9AEC-A95C-B334-95AE3648142B}"/>
              </a:ext>
            </a:extLst>
          </p:cNvPr>
          <p:cNvSpPr>
            <a:spLocks noGrp="1"/>
          </p:cNvSpPr>
          <p:nvPr>
            <p:ph type="sldNum" sz="quarter" idx="12"/>
          </p:nvPr>
        </p:nvSpPr>
        <p:spPr/>
        <p:txBody>
          <a:bodyPr/>
          <a:lstStyle/>
          <a:p>
            <a:fld id="{FB2FB115-6801-42A4-BE77-362A11867301}" type="slidenum">
              <a:rPr lang="en-US" smtClean="0"/>
              <a:t>‹#›</a:t>
            </a:fld>
            <a:endParaRPr lang="en-US"/>
          </a:p>
        </p:txBody>
      </p:sp>
      <p:sp>
        <p:nvSpPr>
          <p:cNvPr id="8" name="TextBox 1">
            <a:extLst>
              <a:ext uri="{FF2B5EF4-FFF2-40B4-BE49-F238E27FC236}">
                <a16:creationId xmlns:a16="http://schemas.microsoft.com/office/drawing/2014/main" id="{65F98EDB-F4EB-851B-970A-33BAA6B9E028}"/>
              </a:ext>
            </a:extLst>
          </p:cNvPr>
          <p:cNvSpPr txBox="1"/>
          <p:nvPr userDrawn="1"/>
        </p:nvSpPr>
        <p:spPr>
          <a:xfrm>
            <a:off x="11331889" y="683125"/>
            <a:ext cx="851728" cy="277255"/>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601" dirty="0">
                <a:solidFill>
                  <a:srgbClr val="000000"/>
                </a:solidFill>
                <a:latin typeface="Arial" panose="020B0604020202020204" pitchFamily="34" charset="0"/>
                <a:ea typeface="Arial Unicode MS" panose="020B0604020202020204" pitchFamily="34" charset="-128"/>
                <a:cs typeface="Arial" panose="020B0604020202020204" pitchFamily="34" charset="0"/>
              </a:rPr>
              <a:t>Halal Development Corporation</a:t>
            </a:r>
          </a:p>
        </p:txBody>
      </p:sp>
      <p:pic>
        <p:nvPicPr>
          <p:cNvPr id="9" name="Picture 2" descr="Image result for hdc logo">
            <a:extLst>
              <a:ext uri="{FF2B5EF4-FFF2-40B4-BE49-F238E27FC236}">
                <a16:creationId xmlns:a16="http://schemas.microsoft.com/office/drawing/2014/main" id="{1CD88FFD-7B75-0A49-25EA-4CDB2DFE0415}"/>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505764" y="140144"/>
            <a:ext cx="503977" cy="50397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Image result for jata malaysia">
            <a:extLst>
              <a:ext uri="{FF2B5EF4-FFF2-40B4-BE49-F238E27FC236}">
                <a16:creationId xmlns:a16="http://schemas.microsoft.com/office/drawing/2014/main" id="{D29EEE96-83DA-D7B0-90AF-0A156D2A823B}"/>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566721" y="136379"/>
            <a:ext cx="717566" cy="56197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3F26EF9-379F-0942-6AB3-094504C46AD1}"/>
              </a:ext>
            </a:extLst>
          </p:cNvPr>
          <p:cNvSpPr txBox="1"/>
          <p:nvPr userDrawn="1"/>
        </p:nvSpPr>
        <p:spPr>
          <a:xfrm>
            <a:off x="10430204" y="688632"/>
            <a:ext cx="990601" cy="277255"/>
          </a:xfrm>
          <a:prstGeom prst="rect">
            <a:avLst/>
          </a:prstGeom>
          <a:noFill/>
        </p:spPr>
        <p:txBody>
          <a:bodyPr wrap="square" rtlCol="0">
            <a:spAutoFit/>
          </a:bodyPr>
          <a:lstStyle/>
          <a:p>
            <a:pPr algn="ctr"/>
            <a:r>
              <a:rPr lang="en-US" sz="601" dirty="0">
                <a:latin typeface="Arial" panose="020B0604020202020204" pitchFamily="34" charset="0"/>
                <a:ea typeface="Arial Unicode MS" panose="020B0604020202020204" pitchFamily="34" charset="-128"/>
                <a:cs typeface="Arial" panose="020B0604020202020204" pitchFamily="34" charset="0"/>
              </a:rPr>
              <a:t>Ministry of Investment, Trade and Industry</a:t>
            </a:r>
          </a:p>
        </p:txBody>
      </p:sp>
    </p:spTree>
    <p:extLst>
      <p:ext uri="{BB962C8B-B14F-4D97-AF65-F5344CB8AC3E}">
        <p14:creationId xmlns:p14="http://schemas.microsoft.com/office/powerpoint/2010/main" val="31227978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E11B9-65BA-EBE5-ACB4-4FB18ED5FF83}"/>
              </a:ext>
            </a:extLst>
          </p:cNvPr>
          <p:cNvSpPr>
            <a:spLocks noGrp="1"/>
          </p:cNvSpPr>
          <p:nvPr>
            <p:ph type="title"/>
          </p:nvPr>
        </p:nvSpPr>
        <p:spPr>
          <a:xfrm>
            <a:off x="838199" y="194998"/>
            <a:ext cx="10515599" cy="910782"/>
          </a:xfrm>
        </p:spPr>
        <p:txBody>
          <a:bodyPr/>
          <a:lstStyle>
            <a:lvl1pPr>
              <a:defRPr b="1">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C65CF2A8-25A5-4C36-A318-93916D0973A5}"/>
              </a:ext>
            </a:extLst>
          </p:cNvPr>
          <p:cNvSpPr>
            <a:spLocks noGrp="1"/>
          </p:cNvSpPr>
          <p:nvPr>
            <p:ph idx="1"/>
          </p:nvPr>
        </p:nvSpPr>
        <p:spPr>
          <a:xfrm>
            <a:off x="838202" y="1267281"/>
            <a:ext cx="10515600" cy="4909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CB13A1-567F-05FF-14FA-3BCC9E85EC7B}"/>
              </a:ext>
            </a:extLst>
          </p:cNvPr>
          <p:cNvSpPr>
            <a:spLocks noGrp="1"/>
          </p:cNvSpPr>
          <p:nvPr>
            <p:ph type="dt" sz="half" idx="10"/>
          </p:nvPr>
        </p:nvSpPr>
        <p:spPr/>
        <p:txBody>
          <a:bodyPr/>
          <a:lstStyle/>
          <a:p>
            <a:r>
              <a:rPr lang="en-US" dirty="0"/>
              <a:t>© 2026 HDC Berhad </a:t>
            </a:r>
          </a:p>
        </p:txBody>
      </p:sp>
      <p:sp>
        <p:nvSpPr>
          <p:cNvPr id="5" name="Footer Placeholder 4">
            <a:extLst>
              <a:ext uri="{FF2B5EF4-FFF2-40B4-BE49-F238E27FC236}">
                <a16:creationId xmlns:a16="http://schemas.microsoft.com/office/drawing/2014/main" id="{9C25CFEB-CDC1-1BD0-6A86-113309FF1500}"/>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930523DA-945C-E46D-7D88-2CC0DB7E900C}"/>
              </a:ext>
            </a:extLst>
          </p:cNvPr>
          <p:cNvSpPr>
            <a:spLocks noGrp="1"/>
          </p:cNvSpPr>
          <p:nvPr>
            <p:ph type="sldNum" sz="quarter" idx="12"/>
          </p:nvPr>
        </p:nvSpPr>
        <p:spPr/>
        <p:txBody>
          <a:bodyPr/>
          <a:lstStyle/>
          <a:p>
            <a:fld id="{FB2FB115-6801-42A4-BE77-362A11867301}" type="slidenum">
              <a:rPr lang="en-US" smtClean="0"/>
              <a:t>‹#›</a:t>
            </a:fld>
            <a:endParaRPr lang="en-US"/>
          </a:p>
        </p:txBody>
      </p:sp>
      <p:cxnSp>
        <p:nvCxnSpPr>
          <p:cNvPr id="8" name="Straight Connector 7">
            <a:extLst>
              <a:ext uri="{FF2B5EF4-FFF2-40B4-BE49-F238E27FC236}">
                <a16:creationId xmlns:a16="http://schemas.microsoft.com/office/drawing/2014/main" id="{6EA7B60C-85AC-BA53-4634-7E9B07724B7B}"/>
              </a:ext>
            </a:extLst>
          </p:cNvPr>
          <p:cNvCxnSpPr>
            <a:cxnSpLocks/>
          </p:cNvCxnSpPr>
          <p:nvPr userDrawn="1"/>
        </p:nvCxnSpPr>
        <p:spPr>
          <a:xfrm>
            <a:off x="0" y="627432"/>
            <a:ext cx="838201" cy="0"/>
          </a:xfrm>
          <a:prstGeom prst="line">
            <a:avLst/>
          </a:prstGeom>
          <a:ln w="76200">
            <a:solidFill>
              <a:srgbClr val="AE9962"/>
            </a:solidFill>
          </a:ln>
        </p:spPr>
        <p:style>
          <a:lnRef idx="3">
            <a:schemeClr val="accent4"/>
          </a:lnRef>
          <a:fillRef idx="0">
            <a:schemeClr val="accent4"/>
          </a:fillRef>
          <a:effectRef idx="2">
            <a:schemeClr val="accent4"/>
          </a:effectRef>
          <a:fontRef idx="minor">
            <a:schemeClr val="tx1"/>
          </a:fontRef>
        </p:style>
      </p:cxnSp>
      <p:cxnSp>
        <p:nvCxnSpPr>
          <p:cNvPr id="9" name="Straight Connector 8">
            <a:extLst>
              <a:ext uri="{FF2B5EF4-FFF2-40B4-BE49-F238E27FC236}">
                <a16:creationId xmlns:a16="http://schemas.microsoft.com/office/drawing/2014/main" id="{8932171D-F053-B6ED-22E1-AC8917170B62}"/>
              </a:ext>
            </a:extLst>
          </p:cNvPr>
          <p:cNvCxnSpPr>
            <a:cxnSpLocks/>
          </p:cNvCxnSpPr>
          <p:nvPr userDrawn="1"/>
        </p:nvCxnSpPr>
        <p:spPr>
          <a:xfrm>
            <a:off x="11353799" y="6517851"/>
            <a:ext cx="838201" cy="0"/>
          </a:xfrm>
          <a:prstGeom prst="line">
            <a:avLst/>
          </a:prstGeom>
          <a:ln w="76200">
            <a:solidFill>
              <a:srgbClr val="AE9962"/>
            </a:solidFill>
          </a:ln>
        </p:spPr>
        <p:style>
          <a:lnRef idx="3">
            <a:schemeClr val="accent4"/>
          </a:lnRef>
          <a:fillRef idx="0">
            <a:schemeClr val="accent4"/>
          </a:fillRef>
          <a:effectRef idx="2">
            <a:schemeClr val="accent4"/>
          </a:effectRef>
          <a:fontRef idx="minor">
            <a:schemeClr val="tx1"/>
          </a:fontRef>
        </p:style>
      </p:cxnSp>
      <p:sp>
        <p:nvSpPr>
          <p:cNvPr id="12" name="TextBox 1">
            <a:extLst>
              <a:ext uri="{FF2B5EF4-FFF2-40B4-BE49-F238E27FC236}">
                <a16:creationId xmlns:a16="http://schemas.microsoft.com/office/drawing/2014/main" id="{A9E48A0A-511F-3AFE-600F-D245B823DA9D}"/>
              </a:ext>
            </a:extLst>
          </p:cNvPr>
          <p:cNvSpPr txBox="1"/>
          <p:nvPr userDrawn="1"/>
        </p:nvSpPr>
        <p:spPr>
          <a:xfrm>
            <a:off x="11331889" y="683125"/>
            <a:ext cx="851728" cy="277255"/>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601" dirty="0">
                <a:solidFill>
                  <a:srgbClr val="000000"/>
                </a:solidFill>
                <a:latin typeface="Arial" panose="020B0604020202020204" pitchFamily="34" charset="0"/>
                <a:ea typeface="Arial Unicode MS" panose="020B0604020202020204" pitchFamily="34" charset="-128"/>
                <a:cs typeface="Arial" panose="020B0604020202020204" pitchFamily="34" charset="0"/>
              </a:rPr>
              <a:t>Halal Development Corporation</a:t>
            </a:r>
          </a:p>
        </p:txBody>
      </p:sp>
      <p:pic>
        <p:nvPicPr>
          <p:cNvPr id="13" name="Picture 2" descr="Image result for hdc logo">
            <a:extLst>
              <a:ext uri="{FF2B5EF4-FFF2-40B4-BE49-F238E27FC236}">
                <a16:creationId xmlns:a16="http://schemas.microsoft.com/office/drawing/2014/main" id="{D2F6D714-2619-38BA-87C3-4CC79A9C2C7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505764" y="140144"/>
            <a:ext cx="503977" cy="503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93659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82A94-BE18-4537-74BA-6BC1660E37C7}"/>
              </a:ext>
            </a:extLst>
          </p:cNvPr>
          <p:cNvSpPr>
            <a:spLocks noGrp="1"/>
          </p:cNvSpPr>
          <p:nvPr>
            <p:ph type="title"/>
          </p:nvPr>
        </p:nvSpPr>
        <p:spPr>
          <a:xfrm>
            <a:off x="831852"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86EDB9-5428-B187-A253-8B9EAA924C1D}"/>
              </a:ext>
            </a:extLst>
          </p:cNvPr>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1">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ED96B3-7D7C-1992-13B9-3CF9EED8417B}"/>
              </a:ext>
            </a:extLst>
          </p:cNvPr>
          <p:cNvSpPr>
            <a:spLocks noGrp="1"/>
          </p:cNvSpPr>
          <p:nvPr>
            <p:ph type="dt" sz="half" idx="10"/>
          </p:nvPr>
        </p:nvSpPr>
        <p:spPr/>
        <p:txBody>
          <a:bodyPr/>
          <a:lstStyle/>
          <a:p>
            <a:r>
              <a:rPr lang="en-US" dirty="0"/>
              <a:t>© 2026 HDC Berhad </a:t>
            </a:r>
          </a:p>
        </p:txBody>
      </p:sp>
      <p:sp>
        <p:nvSpPr>
          <p:cNvPr id="5" name="Footer Placeholder 4">
            <a:extLst>
              <a:ext uri="{FF2B5EF4-FFF2-40B4-BE49-F238E27FC236}">
                <a16:creationId xmlns:a16="http://schemas.microsoft.com/office/drawing/2014/main" id="{7B79489D-7729-ED05-53D6-52A48039DC51}"/>
              </a:ext>
            </a:extLst>
          </p:cNvPr>
          <p:cNvSpPr>
            <a:spLocks noGrp="1"/>
          </p:cNvSpPr>
          <p:nvPr>
            <p:ph type="ftr" sz="quarter" idx="11"/>
          </p:nvPr>
        </p:nvSpPr>
        <p:spPr/>
        <p:txBody>
          <a:bodyPr/>
          <a:lstStyle/>
          <a:p>
            <a:r>
              <a:rPr lang="en-US" dirty="0"/>
              <a:t>www.hdcglobal.com</a:t>
            </a:r>
          </a:p>
        </p:txBody>
      </p:sp>
      <p:sp>
        <p:nvSpPr>
          <p:cNvPr id="6" name="Slide Number Placeholder 5">
            <a:extLst>
              <a:ext uri="{FF2B5EF4-FFF2-40B4-BE49-F238E27FC236}">
                <a16:creationId xmlns:a16="http://schemas.microsoft.com/office/drawing/2014/main" id="{0DF59D96-682E-5352-F24E-2131D2EF1AC1}"/>
              </a:ext>
            </a:extLst>
          </p:cNvPr>
          <p:cNvSpPr>
            <a:spLocks noGrp="1"/>
          </p:cNvSpPr>
          <p:nvPr>
            <p:ph type="sldNum" sz="quarter" idx="12"/>
          </p:nvPr>
        </p:nvSpPr>
        <p:spPr/>
        <p:txBody>
          <a:bodyPr/>
          <a:lstStyle/>
          <a:p>
            <a:fld id="{FB2FB115-6801-42A4-BE77-362A11867301}" type="slidenum">
              <a:rPr lang="en-US" smtClean="0"/>
              <a:t>‹#›</a:t>
            </a:fld>
            <a:endParaRPr lang="en-US"/>
          </a:p>
        </p:txBody>
      </p:sp>
      <p:cxnSp>
        <p:nvCxnSpPr>
          <p:cNvPr id="8" name="Straight Connector 7">
            <a:extLst>
              <a:ext uri="{FF2B5EF4-FFF2-40B4-BE49-F238E27FC236}">
                <a16:creationId xmlns:a16="http://schemas.microsoft.com/office/drawing/2014/main" id="{45765D18-05FC-DA32-ECE3-0BB51870D4C6}"/>
              </a:ext>
            </a:extLst>
          </p:cNvPr>
          <p:cNvCxnSpPr>
            <a:cxnSpLocks/>
          </p:cNvCxnSpPr>
          <p:nvPr userDrawn="1"/>
        </p:nvCxnSpPr>
        <p:spPr>
          <a:xfrm>
            <a:off x="0" y="627432"/>
            <a:ext cx="838201" cy="0"/>
          </a:xfrm>
          <a:prstGeom prst="line">
            <a:avLst/>
          </a:prstGeom>
          <a:ln w="76200">
            <a:solidFill>
              <a:srgbClr val="AE9962"/>
            </a:solidFill>
          </a:ln>
        </p:spPr>
        <p:style>
          <a:lnRef idx="3">
            <a:schemeClr val="accent4"/>
          </a:lnRef>
          <a:fillRef idx="0">
            <a:schemeClr val="accent4"/>
          </a:fillRef>
          <a:effectRef idx="2">
            <a:schemeClr val="accent4"/>
          </a:effectRef>
          <a:fontRef idx="minor">
            <a:schemeClr val="tx1"/>
          </a:fontRef>
        </p:style>
      </p:cxnSp>
      <p:cxnSp>
        <p:nvCxnSpPr>
          <p:cNvPr id="9" name="Straight Connector 8">
            <a:extLst>
              <a:ext uri="{FF2B5EF4-FFF2-40B4-BE49-F238E27FC236}">
                <a16:creationId xmlns:a16="http://schemas.microsoft.com/office/drawing/2014/main" id="{FDA7F191-F341-0B6D-FBA7-3C16878191D0}"/>
              </a:ext>
            </a:extLst>
          </p:cNvPr>
          <p:cNvCxnSpPr>
            <a:cxnSpLocks/>
          </p:cNvCxnSpPr>
          <p:nvPr userDrawn="1"/>
        </p:nvCxnSpPr>
        <p:spPr>
          <a:xfrm>
            <a:off x="11353799" y="6517851"/>
            <a:ext cx="838201" cy="0"/>
          </a:xfrm>
          <a:prstGeom prst="line">
            <a:avLst/>
          </a:prstGeom>
          <a:ln w="76200">
            <a:solidFill>
              <a:srgbClr val="AE9962"/>
            </a:solidFill>
          </a:ln>
        </p:spPr>
        <p:style>
          <a:lnRef idx="3">
            <a:schemeClr val="accent4"/>
          </a:lnRef>
          <a:fillRef idx="0">
            <a:schemeClr val="accent4"/>
          </a:fillRef>
          <a:effectRef idx="2">
            <a:schemeClr val="accent4"/>
          </a:effectRef>
          <a:fontRef idx="minor">
            <a:schemeClr val="tx1"/>
          </a:fontRef>
        </p:style>
      </p:cxnSp>
      <p:sp>
        <p:nvSpPr>
          <p:cNvPr id="12" name="TextBox 1">
            <a:extLst>
              <a:ext uri="{FF2B5EF4-FFF2-40B4-BE49-F238E27FC236}">
                <a16:creationId xmlns:a16="http://schemas.microsoft.com/office/drawing/2014/main" id="{F0DB75A1-B614-7036-0049-F390427B7B89}"/>
              </a:ext>
            </a:extLst>
          </p:cNvPr>
          <p:cNvSpPr txBox="1"/>
          <p:nvPr userDrawn="1"/>
        </p:nvSpPr>
        <p:spPr>
          <a:xfrm>
            <a:off x="11331889" y="683125"/>
            <a:ext cx="851728" cy="277255"/>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601" dirty="0">
                <a:solidFill>
                  <a:srgbClr val="000000"/>
                </a:solidFill>
                <a:latin typeface="Arial" panose="020B0604020202020204" pitchFamily="34" charset="0"/>
                <a:ea typeface="Arial Unicode MS" panose="020B0604020202020204" pitchFamily="34" charset="-128"/>
                <a:cs typeface="Arial" panose="020B0604020202020204" pitchFamily="34" charset="0"/>
              </a:rPr>
              <a:t>Halal Development Corporation</a:t>
            </a:r>
          </a:p>
        </p:txBody>
      </p:sp>
      <p:pic>
        <p:nvPicPr>
          <p:cNvPr id="13" name="Picture 2" descr="Image result for hdc logo">
            <a:extLst>
              <a:ext uri="{FF2B5EF4-FFF2-40B4-BE49-F238E27FC236}">
                <a16:creationId xmlns:a16="http://schemas.microsoft.com/office/drawing/2014/main" id="{EC9FF92F-9CCA-DC99-D537-2CEBC213895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505764" y="140144"/>
            <a:ext cx="503977" cy="503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07143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D3316-9799-9BBD-CF9E-41B8D7F487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5B7184-F641-FE09-521C-2A125AD9A0AB}"/>
              </a:ext>
            </a:extLst>
          </p:cNvPr>
          <p:cNvSpPr>
            <a:spLocks noGrp="1"/>
          </p:cNvSpPr>
          <p:nvPr>
            <p:ph sz="half" idx="1"/>
          </p:nvPr>
        </p:nvSpPr>
        <p:spPr>
          <a:xfrm>
            <a:off x="838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96BF91-9B79-9554-DD8A-80AA29AC1979}"/>
              </a:ext>
            </a:extLst>
          </p:cNvPr>
          <p:cNvSpPr>
            <a:spLocks noGrp="1"/>
          </p:cNvSpPr>
          <p:nvPr>
            <p:ph sz="half" idx="2"/>
          </p:nvPr>
        </p:nvSpPr>
        <p:spPr>
          <a:xfrm>
            <a:off x="6172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8A29175-4432-2545-1698-A710035E178F}"/>
              </a:ext>
            </a:extLst>
          </p:cNvPr>
          <p:cNvSpPr>
            <a:spLocks noGrp="1"/>
          </p:cNvSpPr>
          <p:nvPr>
            <p:ph type="dt" sz="half" idx="10"/>
          </p:nvPr>
        </p:nvSpPr>
        <p:spPr/>
        <p:txBody>
          <a:bodyPr/>
          <a:lstStyle/>
          <a:p>
            <a:r>
              <a:rPr lang="en-US"/>
              <a:t>© 2024 HDC Berhad </a:t>
            </a:r>
          </a:p>
        </p:txBody>
      </p:sp>
      <p:sp>
        <p:nvSpPr>
          <p:cNvPr id="6" name="Footer Placeholder 5">
            <a:extLst>
              <a:ext uri="{FF2B5EF4-FFF2-40B4-BE49-F238E27FC236}">
                <a16:creationId xmlns:a16="http://schemas.microsoft.com/office/drawing/2014/main" id="{09F2D6C1-56D3-72BB-E02F-6CF072F55601}"/>
              </a:ext>
            </a:extLst>
          </p:cNvPr>
          <p:cNvSpPr>
            <a:spLocks noGrp="1"/>
          </p:cNvSpPr>
          <p:nvPr>
            <p:ph type="ftr" sz="quarter" idx="11"/>
          </p:nvPr>
        </p:nvSpPr>
        <p:spPr/>
        <p:txBody>
          <a:bodyPr/>
          <a:lstStyle/>
          <a:p>
            <a:r>
              <a:rPr lang="en-US"/>
              <a:t>www.hdcglobal.com</a:t>
            </a:r>
          </a:p>
        </p:txBody>
      </p:sp>
      <p:sp>
        <p:nvSpPr>
          <p:cNvPr id="7" name="Slide Number Placeholder 6">
            <a:extLst>
              <a:ext uri="{FF2B5EF4-FFF2-40B4-BE49-F238E27FC236}">
                <a16:creationId xmlns:a16="http://schemas.microsoft.com/office/drawing/2014/main" id="{DB6693CC-2B73-5B40-D3DF-3D8E841F0FBC}"/>
              </a:ext>
            </a:extLst>
          </p:cNvPr>
          <p:cNvSpPr>
            <a:spLocks noGrp="1"/>
          </p:cNvSpPr>
          <p:nvPr>
            <p:ph type="sldNum" sz="quarter" idx="12"/>
          </p:nvPr>
        </p:nvSpPr>
        <p:spPr/>
        <p:txBody>
          <a:bodyPr/>
          <a:lstStyle/>
          <a:p>
            <a:fld id="{FB2FB115-6801-42A4-BE77-362A11867301}" type="slidenum">
              <a:rPr lang="en-US" smtClean="0"/>
              <a:t>‹#›</a:t>
            </a:fld>
            <a:endParaRPr lang="en-US"/>
          </a:p>
        </p:txBody>
      </p:sp>
      <p:pic>
        <p:nvPicPr>
          <p:cNvPr id="8" name="Picture 7" descr="A green and blue text on a black background&#10;&#10;Description automatically generated">
            <a:extLst>
              <a:ext uri="{FF2B5EF4-FFF2-40B4-BE49-F238E27FC236}">
                <a16:creationId xmlns:a16="http://schemas.microsoft.com/office/drawing/2014/main" id="{78180299-0745-8C8C-D57B-2A1DE4C462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87122" y="136526"/>
            <a:ext cx="1489447" cy="471533"/>
          </a:xfrm>
          <a:prstGeom prst="rect">
            <a:avLst/>
          </a:prstGeom>
        </p:spPr>
      </p:pic>
    </p:spTree>
    <p:extLst>
      <p:ext uri="{BB962C8B-B14F-4D97-AF65-F5344CB8AC3E}">
        <p14:creationId xmlns:p14="http://schemas.microsoft.com/office/powerpoint/2010/main" val="23129638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EF309-8D23-33B3-297A-DAAC4D0E77D9}"/>
              </a:ext>
            </a:extLst>
          </p:cNvPr>
          <p:cNvSpPr>
            <a:spLocks noGrp="1"/>
          </p:cNvSpPr>
          <p:nvPr>
            <p:ph type="title"/>
          </p:nvPr>
        </p:nvSpPr>
        <p:spPr>
          <a:xfrm>
            <a:off x="839789"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6205F1-3596-E4DD-8003-48E0B22A8555}"/>
              </a:ext>
            </a:extLst>
          </p:cNvPr>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3D4A-E028-3080-CD8D-04C69AB5E964}"/>
              </a:ext>
            </a:extLst>
          </p:cNvPr>
          <p:cNvSpPr>
            <a:spLocks noGrp="1"/>
          </p:cNvSpPr>
          <p:nvPr>
            <p:ph sz="half" idx="2"/>
          </p:nvPr>
        </p:nvSpPr>
        <p:spPr>
          <a:xfrm>
            <a:off x="839789" y="2505076"/>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562917-684A-31DC-4DBA-AA818BECBC13}"/>
              </a:ext>
            </a:extLst>
          </p:cNvPr>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3150CF-9D36-D08B-91C0-E7627352C1AD}"/>
              </a:ext>
            </a:extLst>
          </p:cNvPr>
          <p:cNvSpPr>
            <a:spLocks noGrp="1"/>
          </p:cNvSpPr>
          <p:nvPr>
            <p:ph sz="quarter" idx="4"/>
          </p:nvPr>
        </p:nvSpPr>
        <p:spPr>
          <a:xfrm>
            <a:off x="6172202" y="2505076"/>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591B7A4-8CDD-8DF7-5B9A-65368C138EAE}"/>
              </a:ext>
            </a:extLst>
          </p:cNvPr>
          <p:cNvSpPr>
            <a:spLocks noGrp="1"/>
          </p:cNvSpPr>
          <p:nvPr>
            <p:ph type="dt" sz="half" idx="10"/>
          </p:nvPr>
        </p:nvSpPr>
        <p:spPr/>
        <p:txBody>
          <a:bodyPr/>
          <a:lstStyle/>
          <a:p>
            <a:r>
              <a:rPr lang="en-US"/>
              <a:t>© 2024 HDC Berhad </a:t>
            </a:r>
          </a:p>
        </p:txBody>
      </p:sp>
      <p:sp>
        <p:nvSpPr>
          <p:cNvPr id="8" name="Footer Placeholder 7">
            <a:extLst>
              <a:ext uri="{FF2B5EF4-FFF2-40B4-BE49-F238E27FC236}">
                <a16:creationId xmlns:a16="http://schemas.microsoft.com/office/drawing/2014/main" id="{DA233AAD-7230-BA38-9A97-6C349A854C00}"/>
              </a:ext>
            </a:extLst>
          </p:cNvPr>
          <p:cNvSpPr>
            <a:spLocks noGrp="1"/>
          </p:cNvSpPr>
          <p:nvPr>
            <p:ph type="ftr" sz="quarter" idx="11"/>
          </p:nvPr>
        </p:nvSpPr>
        <p:spPr/>
        <p:txBody>
          <a:bodyPr/>
          <a:lstStyle/>
          <a:p>
            <a:r>
              <a:rPr lang="en-US"/>
              <a:t>www.hdcglobal.com</a:t>
            </a:r>
          </a:p>
        </p:txBody>
      </p:sp>
      <p:sp>
        <p:nvSpPr>
          <p:cNvPr id="9" name="Slide Number Placeholder 8">
            <a:extLst>
              <a:ext uri="{FF2B5EF4-FFF2-40B4-BE49-F238E27FC236}">
                <a16:creationId xmlns:a16="http://schemas.microsoft.com/office/drawing/2014/main" id="{93A2ADC2-A7A7-19DC-DC5C-CD8FA55FCB8E}"/>
              </a:ext>
            </a:extLst>
          </p:cNvPr>
          <p:cNvSpPr>
            <a:spLocks noGrp="1"/>
          </p:cNvSpPr>
          <p:nvPr>
            <p:ph type="sldNum" sz="quarter" idx="12"/>
          </p:nvPr>
        </p:nvSpPr>
        <p:spPr/>
        <p:txBody>
          <a:bodyPr/>
          <a:lstStyle/>
          <a:p>
            <a:fld id="{FB2FB115-6801-42A4-BE77-362A11867301}" type="slidenum">
              <a:rPr lang="en-US" smtClean="0"/>
              <a:t>‹#›</a:t>
            </a:fld>
            <a:endParaRPr lang="en-US"/>
          </a:p>
        </p:txBody>
      </p:sp>
    </p:spTree>
    <p:extLst>
      <p:ext uri="{BB962C8B-B14F-4D97-AF65-F5344CB8AC3E}">
        <p14:creationId xmlns:p14="http://schemas.microsoft.com/office/powerpoint/2010/main" val="31243364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9F320D3-7F7A-BEBB-AAF5-ECA74ADAF753}"/>
              </a:ext>
            </a:extLst>
          </p:cNvPr>
          <p:cNvSpPr>
            <a:spLocks noGrp="1"/>
          </p:cNvSpPr>
          <p:nvPr>
            <p:ph type="pic" sz="quarter" idx="10"/>
          </p:nvPr>
        </p:nvSpPr>
        <p:spPr>
          <a:xfrm>
            <a:off x="2461168" y="1828689"/>
            <a:ext cx="2743200" cy="3886200"/>
          </a:xfrm>
        </p:spPr>
        <p:txBody>
          <a:bodyPr/>
          <a:lstStyle/>
          <a:p>
            <a:endParaRPr lang="en-US"/>
          </a:p>
        </p:txBody>
      </p:sp>
      <p:sp>
        <p:nvSpPr>
          <p:cNvPr id="8" name="Picture Placeholder 6">
            <a:extLst>
              <a:ext uri="{FF2B5EF4-FFF2-40B4-BE49-F238E27FC236}">
                <a16:creationId xmlns:a16="http://schemas.microsoft.com/office/drawing/2014/main" id="{8C31644B-5901-78F6-BE8B-437236499631}"/>
              </a:ext>
            </a:extLst>
          </p:cNvPr>
          <p:cNvSpPr>
            <a:spLocks noGrp="1"/>
          </p:cNvSpPr>
          <p:nvPr>
            <p:ph type="pic" sz="quarter" idx="11"/>
          </p:nvPr>
        </p:nvSpPr>
        <p:spPr>
          <a:xfrm>
            <a:off x="16972702" y="1828689"/>
            <a:ext cx="2743200" cy="3886200"/>
          </a:xfrm>
        </p:spPr>
        <p:txBody>
          <a:bodyPr/>
          <a:lstStyle/>
          <a:p>
            <a:endParaRPr lang="en-US"/>
          </a:p>
        </p:txBody>
      </p:sp>
      <p:sp>
        <p:nvSpPr>
          <p:cNvPr id="9" name="Picture Placeholder 6">
            <a:extLst>
              <a:ext uri="{FF2B5EF4-FFF2-40B4-BE49-F238E27FC236}">
                <a16:creationId xmlns:a16="http://schemas.microsoft.com/office/drawing/2014/main" id="{DE3666B6-F03D-98C2-E82B-848779FFEA34}"/>
              </a:ext>
            </a:extLst>
          </p:cNvPr>
          <p:cNvSpPr>
            <a:spLocks noGrp="1"/>
          </p:cNvSpPr>
          <p:nvPr>
            <p:ph type="pic" sz="quarter" idx="12"/>
          </p:nvPr>
        </p:nvSpPr>
        <p:spPr>
          <a:xfrm>
            <a:off x="-4794601" y="1828689"/>
            <a:ext cx="2743200" cy="3886200"/>
          </a:xfrm>
        </p:spPr>
        <p:txBody>
          <a:bodyPr/>
          <a:lstStyle/>
          <a:p>
            <a:endParaRPr lang="en-US"/>
          </a:p>
        </p:txBody>
      </p:sp>
      <p:sp>
        <p:nvSpPr>
          <p:cNvPr id="10" name="Picture Placeholder 6">
            <a:extLst>
              <a:ext uri="{FF2B5EF4-FFF2-40B4-BE49-F238E27FC236}">
                <a16:creationId xmlns:a16="http://schemas.microsoft.com/office/drawing/2014/main" id="{9DA41815-0C3B-3398-A148-704EE388235C}"/>
              </a:ext>
            </a:extLst>
          </p:cNvPr>
          <p:cNvSpPr>
            <a:spLocks noGrp="1"/>
          </p:cNvSpPr>
          <p:nvPr>
            <p:ph type="pic" sz="quarter" idx="13"/>
          </p:nvPr>
        </p:nvSpPr>
        <p:spPr>
          <a:xfrm>
            <a:off x="-1166716" y="1828689"/>
            <a:ext cx="2743200" cy="3886200"/>
          </a:xfrm>
        </p:spPr>
        <p:txBody>
          <a:bodyPr/>
          <a:lstStyle/>
          <a:p>
            <a:endParaRPr lang="en-US"/>
          </a:p>
        </p:txBody>
      </p:sp>
      <p:sp>
        <p:nvSpPr>
          <p:cNvPr id="11" name="Picture Placeholder 6">
            <a:extLst>
              <a:ext uri="{FF2B5EF4-FFF2-40B4-BE49-F238E27FC236}">
                <a16:creationId xmlns:a16="http://schemas.microsoft.com/office/drawing/2014/main" id="{C308BA0B-7D8C-423D-45BA-EB86AE472F50}"/>
              </a:ext>
            </a:extLst>
          </p:cNvPr>
          <p:cNvSpPr>
            <a:spLocks noGrp="1"/>
          </p:cNvSpPr>
          <p:nvPr>
            <p:ph type="pic" sz="quarter" idx="14"/>
          </p:nvPr>
        </p:nvSpPr>
        <p:spPr>
          <a:xfrm>
            <a:off x="6089052" y="1828689"/>
            <a:ext cx="2743200" cy="3886200"/>
          </a:xfrm>
        </p:spPr>
        <p:txBody>
          <a:bodyPr/>
          <a:lstStyle/>
          <a:p>
            <a:endParaRPr lang="en-US"/>
          </a:p>
        </p:txBody>
      </p:sp>
      <p:sp>
        <p:nvSpPr>
          <p:cNvPr id="12" name="Picture Placeholder 6">
            <a:extLst>
              <a:ext uri="{FF2B5EF4-FFF2-40B4-BE49-F238E27FC236}">
                <a16:creationId xmlns:a16="http://schemas.microsoft.com/office/drawing/2014/main" id="{1F396413-AF2E-3E13-34FB-98D64B6D6133}"/>
              </a:ext>
            </a:extLst>
          </p:cNvPr>
          <p:cNvSpPr>
            <a:spLocks noGrp="1"/>
          </p:cNvSpPr>
          <p:nvPr>
            <p:ph type="pic" sz="quarter" idx="15"/>
          </p:nvPr>
        </p:nvSpPr>
        <p:spPr>
          <a:xfrm>
            <a:off x="9716937" y="1828689"/>
            <a:ext cx="2743200" cy="3886200"/>
          </a:xfrm>
        </p:spPr>
        <p:txBody>
          <a:bodyPr/>
          <a:lstStyle/>
          <a:p>
            <a:endParaRPr lang="en-US"/>
          </a:p>
        </p:txBody>
      </p:sp>
      <p:sp>
        <p:nvSpPr>
          <p:cNvPr id="13" name="Picture Placeholder 6">
            <a:extLst>
              <a:ext uri="{FF2B5EF4-FFF2-40B4-BE49-F238E27FC236}">
                <a16:creationId xmlns:a16="http://schemas.microsoft.com/office/drawing/2014/main" id="{AAC6D71C-2CB6-D09D-051E-510A2552516C}"/>
              </a:ext>
            </a:extLst>
          </p:cNvPr>
          <p:cNvSpPr>
            <a:spLocks noGrp="1"/>
          </p:cNvSpPr>
          <p:nvPr>
            <p:ph type="pic" sz="quarter" idx="16"/>
          </p:nvPr>
        </p:nvSpPr>
        <p:spPr>
          <a:xfrm>
            <a:off x="13344820" y="1828689"/>
            <a:ext cx="2743200" cy="3886200"/>
          </a:xfrm>
        </p:spPr>
        <p:txBody>
          <a:bodyPr/>
          <a:lstStyle/>
          <a:p>
            <a:endParaRPr lang="en-US"/>
          </a:p>
        </p:txBody>
      </p:sp>
    </p:spTree>
    <p:extLst>
      <p:ext uri="{BB962C8B-B14F-4D97-AF65-F5344CB8AC3E}">
        <p14:creationId xmlns:p14="http://schemas.microsoft.com/office/powerpoint/2010/main" val="2099071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0280E40F-95E5-FEE8-D59B-325F4CF464C3}"/>
              </a:ext>
            </a:extLst>
          </p:cNvPr>
          <p:cNvSpPr>
            <a:spLocks noGrp="1"/>
          </p:cNvSpPr>
          <p:nvPr>
            <p:ph type="pic" sz="quarter" idx="13"/>
          </p:nvPr>
        </p:nvSpPr>
        <p:spPr>
          <a:xfrm>
            <a:off x="2747260" y="1807794"/>
            <a:ext cx="2743200" cy="3886200"/>
          </a:xfrm>
        </p:spPr>
        <p:txBody>
          <a:bodyPr/>
          <a:lstStyle/>
          <a:p>
            <a:endParaRPr lang="en-US"/>
          </a:p>
        </p:txBody>
      </p:sp>
      <p:sp>
        <p:nvSpPr>
          <p:cNvPr id="7" name="Picture Placeholder 5">
            <a:extLst>
              <a:ext uri="{FF2B5EF4-FFF2-40B4-BE49-F238E27FC236}">
                <a16:creationId xmlns:a16="http://schemas.microsoft.com/office/drawing/2014/main" id="{2B02C7DD-7BB1-C8B3-D968-81F80B57F775}"/>
              </a:ext>
            </a:extLst>
          </p:cNvPr>
          <p:cNvSpPr>
            <a:spLocks noGrp="1"/>
          </p:cNvSpPr>
          <p:nvPr>
            <p:ph type="pic" sz="quarter" idx="14"/>
          </p:nvPr>
        </p:nvSpPr>
        <p:spPr>
          <a:xfrm>
            <a:off x="6212293" y="1807794"/>
            <a:ext cx="2743200" cy="3886200"/>
          </a:xfrm>
        </p:spPr>
        <p:txBody>
          <a:bodyPr/>
          <a:lstStyle/>
          <a:p>
            <a:endParaRPr lang="en-US"/>
          </a:p>
        </p:txBody>
      </p:sp>
      <p:sp>
        <p:nvSpPr>
          <p:cNvPr id="8" name="Picture Placeholder 5">
            <a:extLst>
              <a:ext uri="{FF2B5EF4-FFF2-40B4-BE49-F238E27FC236}">
                <a16:creationId xmlns:a16="http://schemas.microsoft.com/office/drawing/2014/main" id="{9A7E7865-684E-EA2B-4DF7-B383D77EDBA6}"/>
              </a:ext>
            </a:extLst>
          </p:cNvPr>
          <p:cNvSpPr>
            <a:spLocks noGrp="1"/>
          </p:cNvSpPr>
          <p:nvPr>
            <p:ph type="pic" sz="quarter" idx="15"/>
          </p:nvPr>
        </p:nvSpPr>
        <p:spPr>
          <a:xfrm>
            <a:off x="-717772" y="1807794"/>
            <a:ext cx="2743200" cy="3886200"/>
          </a:xfrm>
        </p:spPr>
        <p:txBody>
          <a:bodyPr/>
          <a:lstStyle/>
          <a:p>
            <a:endParaRPr lang="en-US"/>
          </a:p>
        </p:txBody>
      </p:sp>
      <p:sp>
        <p:nvSpPr>
          <p:cNvPr id="9" name="Picture Placeholder 5">
            <a:extLst>
              <a:ext uri="{FF2B5EF4-FFF2-40B4-BE49-F238E27FC236}">
                <a16:creationId xmlns:a16="http://schemas.microsoft.com/office/drawing/2014/main" id="{42251582-AF38-F452-6986-0E40DE840B00}"/>
              </a:ext>
            </a:extLst>
          </p:cNvPr>
          <p:cNvSpPr>
            <a:spLocks noGrp="1"/>
          </p:cNvSpPr>
          <p:nvPr>
            <p:ph type="pic" sz="quarter" idx="16"/>
          </p:nvPr>
        </p:nvSpPr>
        <p:spPr>
          <a:xfrm>
            <a:off x="-4182805" y="1807794"/>
            <a:ext cx="2743200" cy="3886200"/>
          </a:xfrm>
        </p:spPr>
        <p:txBody>
          <a:bodyPr/>
          <a:lstStyle/>
          <a:p>
            <a:endParaRPr lang="en-US"/>
          </a:p>
        </p:txBody>
      </p:sp>
      <p:sp>
        <p:nvSpPr>
          <p:cNvPr id="10" name="Picture Placeholder 5">
            <a:extLst>
              <a:ext uri="{FF2B5EF4-FFF2-40B4-BE49-F238E27FC236}">
                <a16:creationId xmlns:a16="http://schemas.microsoft.com/office/drawing/2014/main" id="{A2CE485E-299C-F18A-CC2E-A3C2589BA644}"/>
              </a:ext>
            </a:extLst>
          </p:cNvPr>
          <p:cNvSpPr>
            <a:spLocks noGrp="1"/>
          </p:cNvSpPr>
          <p:nvPr>
            <p:ph type="pic" sz="quarter" idx="17"/>
          </p:nvPr>
        </p:nvSpPr>
        <p:spPr>
          <a:xfrm>
            <a:off x="16607390" y="1807794"/>
            <a:ext cx="2743200" cy="3886200"/>
          </a:xfrm>
        </p:spPr>
        <p:txBody>
          <a:bodyPr/>
          <a:lstStyle/>
          <a:p>
            <a:endParaRPr lang="en-US"/>
          </a:p>
        </p:txBody>
      </p:sp>
      <p:sp>
        <p:nvSpPr>
          <p:cNvPr id="11" name="Picture Placeholder 5">
            <a:extLst>
              <a:ext uri="{FF2B5EF4-FFF2-40B4-BE49-F238E27FC236}">
                <a16:creationId xmlns:a16="http://schemas.microsoft.com/office/drawing/2014/main" id="{B22BFF72-3F83-F006-F8CA-D5FE1106155D}"/>
              </a:ext>
            </a:extLst>
          </p:cNvPr>
          <p:cNvSpPr>
            <a:spLocks noGrp="1"/>
          </p:cNvSpPr>
          <p:nvPr>
            <p:ph type="pic" sz="quarter" idx="18"/>
          </p:nvPr>
        </p:nvSpPr>
        <p:spPr>
          <a:xfrm>
            <a:off x="9677326" y="1807794"/>
            <a:ext cx="2743200" cy="3886200"/>
          </a:xfrm>
        </p:spPr>
        <p:txBody>
          <a:bodyPr/>
          <a:lstStyle/>
          <a:p>
            <a:endParaRPr lang="en-US"/>
          </a:p>
        </p:txBody>
      </p:sp>
      <p:sp>
        <p:nvSpPr>
          <p:cNvPr id="12" name="Picture Placeholder 5">
            <a:extLst>
              <a:ext uri="{FF2B5EF4-FFF2-40B4-BE49-F238E27FC236}">
                <a16:creationId xmlns:a16="http://schemas.microsoft.com/office/drawing/2014/main" id="{068141D8-F4ED-3F4C-69D7-AA558789BF3D}"/>
              </a:ext>
            </a:extLst>
          </p:cNvPr>
          <p:cNvSpPr>
            <a:spLocks noGrp="1"/>
          </p:cNvSpPr>
          <p:nvPr>
            <p:ph type="pic" sz="quarter" idx="19"/>
          </p:nvPr>
        </p:nvSpPr>
        <p:spPr>
          <a:xfrm>
            <a:off x="13142359" y="1807794"/>
            <a:ext cx="2743200" cy="3886200"/>
          </a:xfrm>
        </p:spPr>
        <p:txBody>
          <a:bodyPr/>
          <a:lstStyle/>
          <a:p>
            <a:endParaRPr lang="en-US"/>
          </a:p>
        </p:txBody>
      </p:sp>
    </p:spTree>
    <p:extLst>
      <p:ext uri="{BB962C8B-B14F-4D97-AF65-F5344CB8AC3E}">
        <p14:creationId xmlns:p14="http://schemas.microsoft.com/office/powerpoint/2010/main" val="822286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E5FBC-AF0E-2D4A-70E6-FC4B60553884}"/>
              </a:ext>
            </a:extLst>
          </p:cNvPr>
          <p:cNvSpPr>
            <a:spLocks noGrp="1"/>
          </p:cNvSpPr>
          <p:nvPr>
            <p:ph type="title"/>
          </p:nvPr>
        </p:nvSpPr>
        <p:spPr>
          <a:xfrm>
            <a:off x="839790" y="457200"/>
            <a:ext cx="3932236"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6EDC4D8-C772-935C-CD77-228105CEF987}"/>
              </a:ext>
            </a:extLst>
          </p:cNvPr>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33047A-CCA8-AFC0-97D0-305FF8D0A602}"/>
              </a:ext>
            </a:extLst>
          </p:cNvPr>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DF8E1445-74FA-A5F9-AEE0-D2554910C391}"/>
              </a:ext>
            </a:extLst>
          </p:cNvPr>
          <p:cNvSpPr>
            <a:spLocks noGrp="1"/>
          </p:cNvSpPr>
          <p:nvPr>
            <p:ph type="dt" sz="half" idx="10"/>
          </p:nvPr>
        </p:nvSpPr>
        <p:spPr/>
        <p:txBody>
          <a:bodyPr/>
          <a:lstStyle/>
          <a:p>
            <a:r>
              <a:rPr lang="en-US"/>
              <a:t>© 2024 HDC Berhad </a:t>
            </a:r>
          </a:p>
        </p:txBody>
      </p:sp>
      <p:sp>
        <p:nvSpPr>
          <p:cNvPr id="6" name="Footer Placeholder 5">
            <a:extLst>
              <a:ext uri="{FF2B5EF4-FFF2-40B4-BE49-F238E27FC236}">
                <a16:creationId xmlns:a16="http://schemas.microsoft.com/office/drawing/2014/main" id="{23099897-13EF-AF67-42D9-12387C8633A5}"/>
              </a:ext>
            </a:extLst>
          </p:cNvPr>
          <p:cNvSpPr>
            <a:spLocks noGrp="1"/>
          </p:cNvSpPr>
          <p:nvPr>
            <p:ph type="ftr" sz="quarter" idx="11"/>
          </p:nvPr>
        </p:nvSpPr>
        <p:spPr/>
        <p:txBody>
          <a:bodyPr/>
          <a:lstStyle/>
          <a:p>
            <a:r>
              <a:rPr lang="en-US"/>
              <a:t>www.hdcglobal.com</a:t>
            </a:r>
          </a:p>
        </p:txBody>
      </p:sp>
      <p:sp>
        <p:nvSpPr>
          <p:cNvPr id="7" name="Slide Number Placeholder 6">
            <a:extLst>
              <a:ext uri="{FF2B5EF4-FFF2-40B4-BE49-F238E27FC236}">
                <a16:creationId xmlns:a16="http://schemas.microsoft.com/office/drawing/2014/main" id="{ECB9E3D6-BEE2-3314-7A49-AB97942F1E8D}"/>
              </a:ext>
            </a:extLst>
          </p:cNvPr>
          <p:cNvSpPr>
            <a:spLocks noGrp="1"/>
          </p:cNvSpPr>
          <p:nvPr>
            <p:ph type="sldNum" sz="quarter" idx="12"/>
          </p:nvPr>
        </p:nvSpPr>
        <p:spPr/>
        <p:txBody>
          <a:bodyPr/>
          <a:lstStyle/>
          <a:p>
            <a:fld id="{FB2FB115-6801-42A4-BE77-362A11867301}" type="slidenum">
              <a:rPr lang="en-US" smtClean="0"/>
              <a:t>‹#›</a:t>
            </a:fld>
            <a:endParaRPr lang="en-US"/>
          </a:p>
        </p:txBody>
      </p:sp>
    </p:spTree>
    <p:extLst>
      <p:ext uri="{BB962C8B-B14F-4D97-AF65-F5344CB8AC3E}">
        <p14:creationId xmlns:p14="http://schemas.microsoft.com/office/powerpoint/2010/main" val="1440985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2FFA1-673E-4FD8-7A41-AA61196D15BE}"/>
              </a:ext>
            </a:extLst>
          </p:cNvPr>
          <p:cNvSpPr>
            <a:spLocks noGrp="1"/>
          </p:cNvSpPr>
          <p:nvPr>
            <p:ph type="title"/>
          </p:nvPr>
        </p:nvSpPr>
        <p:spPr>
          <a:xfrm>
            <a:off x="839790" y="457200"/>
            <a:ext cx="3932236"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E7B5460-C2AE-E504-824A-9EDF9619E7A5}"/>
              </a:ext>
            </a:extLst>
          </p:cNvPr>
          <p:cNvSpPr>
            <a:spLocks noGrp="1"/>
          </p:cNvSpPr>
          <p:nvPr>
            <p:ph type="pic" idx="1"/>
          </p:nvPr>
        </p:nvSpPr>
        <p:spPr>
          <a:xfrm>
            <a:off x="5183188" y="987425"/>
            <a:ext cx="6172201" cy="4873625"/>
          </a:xfrm>
        </p:spPr>
        <p:txBody>
          <a:bodyPr/>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endParaRPr lang="en-US"/>
          </a:p>
        </p:txBody>
      </p:sp>
      <p:sp>
        <p:nvSpPr>
          <p:cNvPr id="4" name="Text Placeholder 3">
            <a:extLst>
              <a:ext uri="{FF2B5EF4-FFF2-40B4-BE49-F238E27FC236}">
                <a16:creationId xmlns:a16="http://schemas.microsoft.com/office/drawing/2014/main" id="{1386D764-09A3-0A98-C240-D6557E58E7B4}"/>
              </a:ext>
            </a:extLst>
          </p:cNvPr>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0051907E-94F9-E83D-A6A9-47A35067F179}"/>
              </a:ext>
            </a:extLst>
          </p:cNvPr>
          <p:cNvSpPr>
            <a:spLocks noGrp="1"/>
          </p:cNvSpPr>
          <p:nvPr>
            <p:ph type="dt" sz="half" idx="10"/>
          </p:nvPr>
        </p:nvSpPr>
        <p:spPr/>
        <p:txBody>
          <a:bodyPr/>
          <a:lstStyle/>
          <a:p>
            <a:r>
              <a:rPr lang="en-US"/>
              <a:t>© 2024 HDC Berhad </a:t>
            </a:r>
          </a:p>
        </p:txBody>
      </p:sp>
      <p:sp>
        <p:nvSpPr>
          <p:cNvPr id="6" name="Footer Placeholder 5">
            <a:extLst>
              <a:ext uri="{FF2B5EF4-FFF2-40B4-BE49-F238E27FC236}">
                <a16:creationId xmlns:a16="http://schemas.microsoft.com/office/drawing/2014/main" id="{84465CA2-F1E0-5980-ACBF-64685FAB0146}"/>
              </a:ext>
            </a:extLst>
          </p:cNvPr>
          <p:cNvSpPr>
            <a:spLocks noGrp="1"/>
          </p:cNvSpPr>
          <p:nvPr>
            <p:ph type="ftr" sz="quarter" idx="11"/>
          </p:nvPr>
        </p:nvSpPr>
        <p:spPr/>
        <p:txBody>
          <a:bodyPr/>
          <a:lstStyle/>
          <a:p>
            <a:r>
              <a:rPr lang="en-US"/>
              <a:t>www.hdcglobal.com</a:t>
            </a:r>
          </a:p>
        </p:txBody>
      </p:sp>
      <p:sp>
        <p:nvSpPr>
          <p:cNvPr id="7" name="Slide Number Placeholder 6">
            <a:extLst>
              <a:ext uri="{FF2B5EF4-FFF2-40B4-BE49-F238E27FC236}">
                <a16:creationId xmlns:a16="http://schemas.microsoft.com/office/drawing/2014/main" id="{E170D39A-5AE6-2D1A-2B74-724B24118569}"/>
              </a:ext>
            </a:extLst>
          </p:cNvPr>
          <p:cNvSpPr>
            <a:spLocks noGrp="1"/>
          </p:cNvSpPr>
          <p:nvPr>
            <p:ph type="sldNum" sz="quarter" idx="12"/>
          </p:nvPr>
        </p:nvSpPr>
        <p:spPr/>
        <p:txBody>
          <a:bodyPr/>
          <a:lstStyle/>
          <a:p>
            <a:fld id="{FB2FB115-6801-42A4-BE77-362A11867301}" type="slidenum">
              <a:rPr lang="en-US" smtClean="0"/>
              <a:t>‹#›</a:t>
            </a:fld>
            <a:endParaRPr lang="en-US"/>
          </a:p>
        </p:txBody>
      </p:sp>
    </p:spTree>
    <p:extLst>
      <p:ext uri="{BB962C8B-B14F-4D97-AF65-F5344CB8AC3E}">
        <p14:creationId xmlns:p14="http://schemas.microsoft.com/office/powerpoint/2010/main" val="3136342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15807-4CB6-7F53-F8E6-49F068BA14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6C2D73-0945-3A89-6AB5-2880277E38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39ECD4-8163-4B5B-B284-E874134266FA}"/>
              </a:ext>
            </a:extLst>
          </p:cNvPr>
          <p:cNvSpPr>
            <a:spLocks noGrp="1"/>
          </p:cNvSpPr>
          <p:nvPr>
            <p:ph type="dt" sz="half" idx="10"/>
          </p:nvPr>
        </p:nvSpPr>
        <p:spPr/>
        <p:txBody>
          <a:bodyPr/>
          <a:lstStyle/>
          <a:p>
            <a:r>
              <a:rPr lang="en-US"/>
              <a:t>© 2024 HDC Berhad </a:t>
            </a:r>
          </a:p>
        </p:txBody>
      </p:sp>
      <p:sp>
        <p:nvSpPr>
          <p:cNvPr id="5" name="Footer Placeholder 4">
            <a:extLst>
              <a:ext uri="{FF2B5EF4-FFF2-40B4-BE49-F238E27FC236}">
                <a16:creationId xmlns:a16="http://schemas.microsoft.com/office/drawing/2014/main" id="{5AEC0688-999F-8F71-063C-0C6B671E94DA}"/>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34E5F8A1-18BC-5A25-53AE-14BC03D85EEE}"/>
              </a:ext>
            </a:extLst>
          </p:cNvPr>
          <p:cNvSpPr>
            <a:spLocks noGrp="1"/>
          </p:cNvSpPr>
          <p:nvPr>
            <p:ph type="sldNum" sz="quarter" idx="12"/>
          </p:nvPr>
        </p:nvSpPr>
        <p:spPr/>
        <p:txBody>
          <a:bodyPr/>
          <a:lstStyle/>
          <a:p>
            <a:fld id="{FB2FB115-6801-42A4-BE77-362A11867301}" type="slidenum">
              <a:rPr lang="en-US" smtClean="0"/>
              <a:t>‹#›</a:t>
            </a:fld>
            <a:endParaRPr lang="en-US"/>
          </a:p>
        </p:txBody>
      </p:sp>
    </p:spTree>
    <p:extLst>
      <p:ext uri="{BB962C8B-B14F-4D97-AF65-F5344CB8AC3E}">
        <p14:creationId xmlns:p14="http://schemas.microsoft.com/office/powerpoint/2010/main" val="3860250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FF95D6-4FF8-AD17-19D6-B9974EC0433D}"/>
              </a:ext>
            </a:extLst>
          </p:cNvPr>
          <p:cNvSpPr>
            <a:spLocks noGrp="1"/>
          </p:cNvSpPr>
          <p:nvPr>
            <p:ph type="title" orient="vert"/>
          </p:nvPr>
        </p:nvSpPr>
        <p:spPr>
          <a:xfrm>
            <a:off x="8724899"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88E3BD-EC9A-2719-CC87-DE4066CF4415}"/>
              </a:ext>
            </a:extLst>
          </p:cNvPr>
          <p:cNvSpPr>
            <a:spLocks noGrp="1"/>
          </p:cNvSpPr>
          <p:nvPr>
            <p:ph type="body" orient="vert" idx="1"/>
          </p:nvPr>
        </p:nvSpPr>
        <p:spPr>
          <a:xfrm>
            <a:off x="838199"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2D8F23-2AA6-A93D-3F6E-0547D5F53F36}"/>
              </a:ext>
            </a:extLst>
          </p:cNvPr>
          <p:cNvSpPr>
            <a:spLocks noGrp="1"/>
          </p:cNvSpPr>
          <p:nvPr>
            <p:ph type="dt" sz="half" idx="10"/>
          </p:nvPr>
        </p:nvSpPr>
        <p:spPr/>
        <p:txBody>
          <a:bodyPr/>
          <a:lstStyle/>
          <a:p>
            <a:r>
              <a:rPr lang="en-US"/>
              <a:t>© 2024 HDC Berhad </a:t>
            </a:r>
          </a:p>
        </p:txBody>
      </p:sp>
      <p:sp>
        <p:nvSpPr>
          <p:cNvPr id="5" name="Footer Placeholder 4">
            <a:extLst>
              <a:ext uri="{FF2B5EF4-FFF2-40B4-BE49-F238E27FC236}">
                <a16:creationId xmlns:a16="http://schemas.microsoft.com/office/drawing/2014/main" id="{9D5D43B1-D755-1B02-1A67-BFCB335997F4}"/>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F6A76D10-E966-15AC-C76D-D1E8735C5008}"/>
              </a:ext>
            </a:extLst>
          </p:cNvPr>
          <p:cNvSpPr>
            <a:spLocks noGrp="1"/>
          </p:cNvSpPr>
          <p:nvPr>
            <p:ph type="sldNum" sz="quarter" idx="12"/>
          </p:nvPr>
        </p:nvSpPr>
        <p:spPr/>
        <p:txBody>
          <a:bodyPr/>
          <a:lstStyle/>
          <a:p>
            <a:fld id="{FB2FB115-6801-42A4-BE77-362A11867301}" type="slidenum">
              <a:rPr lang="en-US" smtClean="0"/>
              <a:t>‹#›</a:t>
            </a:fld>
            <a:endParaRPr lang="en-US"/>
          </a:p>
        </p:txBody>
      </p:sp>
    </p:spTree>
    <p:extLst>
      <p:ext uri="{BB962C8B-B14F-4D97-AF65-F5344CB8AC3E}">
        <p14:creationId xmlns:p14="http://schemas.microsoft.com/office/powerpoint/2010/main" val="31386891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78718-2898-74F5-25DE-8C0DE0AB83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29196D6-F862-ECC2-90E5-BDC37DCDE56F}"/>
              </a:ext>
            </a:extLst>
          </p:cNvPr>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1"/>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F0B669-0ED7-620F-A38E-3EAF5A491B52}"/>
              </a:ext>
            </a:extLst>
          </p:cNvPr>
          <p:cNvSpPr>
            <a:spLocks noGrp="1"/>
          </p:cNvSpPr>
          <p:nvPr>
            <p:ph type="dt" sz="half" idx="10"/>
          </p:nvPr>
        </p:nvSpPr>
        <p:spPr/>
        <p:txBody>
          <a:bodyPr/>
          <a:lstStyle/>
          <a:p>
            <a:r>
              <a:rPr lang="en-US"/>
              <a:t>© 2024 HDC Berhad </a:t>
            </a:r>
          </a:p>
        </p:txBody>
      </p:sp>
      <p:sp>
        <p:nvSpPr>
          <p:cNvPr id="5" name="Footer Placeholder 4">
            <a:extLst>
              <a:ext uri="{FF2B5EF4-FFF2-40B4-BE49-F238E27FC236}">
                <a16:creationId xmlns:a16="http://schemas.microsoft.com/office/drawing/2014/main" id="{39F2880B-8A10-2589-9B64-2213D63912A8}"/>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01D59A95-1688-DC9C-2F1B-7AFAA57E1360}"/>
              </a:ext>
            </a:extLst>
          </p:cNvPr>
          <p:cNvSpPr>
            <a:spLocks noGrp="1"/>
          </p:cNvSpPr>
          <p:nvPr>
            <p:ph type="sldNum" sz="quarter" idx="12"/>
          </p:nvPr>
        </p:nvSpPr>
        <p:spPr/>
        <p:txBody>
          <a:bodyPr/>
          <a:lstStyle/>
          <a:p>
            <a:fld id="{D5BFC984-3EB9-4D5E-B8E8-F429A5864E91}" type="slidenum">
              <a:rPr lang="en-US" smtClean="0"/>
              <a:t>‹#›</a:t>
            </a:fld>
            <a:endParaRPr lang="en-US"/>
          </a:p>
        </p:txBody>
      </p:sp>
    </p:spTree>
    <p:extLst>
      <p:ext uri="{BB962C8B-B14F-4D97-AF65-F5344CB8AC3E}">
        <p14:creationId xmlns:p14="http://schemas.microsoft.com/office/powerpoint/2010/main" val="9438040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093DB-AC17-6763-E027-C403B3067C8A}"/>
              </a:ext>
            </a:extLst>
          </p:cNvPr>
          <p:cNvSpPr>
            <a:spLocks noGrp="1"/>
          </p:cNvSpPr>
          <p:nvPr>
            <p:ph type="title"/>
          </p:nvPr>
        </p:nvSpPr>
        <p:spPr>
          <a:xfrm>
            <a:off x="838201" y="140144"/>
            <a:ext cx="9496647" cy="974577"/>
          </a:xfrm>
        </p:spPr>
        <p:txBody>
          <a:bodyPr>
            <a:normAutofit/>
          </a:bodyPr>
          <a:lstStyle>
            <a:lvl1pPr>
              <a:defRPr sz="4000">
                <a:latin typeface="Open Sans" panose="020B0606030504020204" pitchFamily="34" charset="0"/>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7A706B07-58B9-4F02-D635-F6362C047AFD}"/>
              </a:ext>
            </a:extLst>
          </p:cNvPr>
          <p:cNvSpPr>
            <a:spLocks noGrp="1"/>
          </p:cNvSpPr>
          <p:nvPr>
            <p:ph idx="1"/>
          </p:nvPr>
        </p:nvSpPr>
        <p:spPr>
          <a:xfrm>
            <a:off x="838202" y="1414130"/>
            <a:ext cx="10515600" cy="4762833"/>
          </a:xfrm>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vl2pPr>
              <a:defRPr>
                <a:latin typeface="Open Sans" panose="020B0606030504020204" pitchFamily="34" charset="0"/>
                <a:ea typeface="Open Sans" panose="020B0606030504020204" pitchFamily="34" charset="0"/>
                <a:cs typeface="Open Sans" panose="020B0606030504020204" pitchFamily="34" charset="0"/>
              </a:defRPr>
            </a:lvl2pPr>
            <a:lvl3pPr>
              <a:defRPr>
                <a:latin typeface="Open Sans" panose="020B0606030504020204" pitchFamily="34" charset="0"/>
                <a:ea typeface="Open Sans" panose="020B0606030504020204" pitchFamily="34" charset="0"/>
                <a:cs typeface="Open Sans" panose="020B0606030504020204" pitchFamily="34" charset="0"/>
              </a:defRPr>
            </a:lvl3pPr>
            <a:lvl4pPr>
              <a:defRPr>
                <a:latin typeface="Open Sans" panose="020B0606030504020204" pitchFamily="34" charset="0"/>
                <a:ea typeface="Open Sans" panose="020B0606030504020204" pitchFamily="34" charset="0"/>
                <a:cs typeface="Open Sans" panose="020B0606030504020204" pitchFamily="34" charset="0"/>
              </a:defRPr>
            </a:lvl4pPr>
            <a:lvl5pPr>
              <a:defRPr>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6B0231B-A9AD-5773-1FA0-93ECA08BDA17}"/>
              </a:ext>
            </a:extLst>
          </p:cNvPr>
          <p:cNvSpPr>
            <a:spLocks noGrp="1"/>
          </p:cNvSpPr>
          <p:nvPr>
            <p:ph type="dt" sz="half" idx="10"/>
          </p:nvPr>
        </p:nvSpPr>
        <p:spPr/>
        <p:txBody>
          <a:bodyPr/>
          <a:lstStyle>
            <a:lvl1pPr>
              <a:defRPr/>
            </a:lvl1pPr>
          </a:lstStyle>
          <a:p>
            <a:r>
              <a:rPr lang="en-US"/>
              <a:t>© 2024 HDC Berhad </a:t>
            </a:r>
            <a:endParaRPr lang="en-US" dirty="0"/>
          </a:p>
        </p:txBody>
      </p:sp>
      <p:sp>
        <p:nvSpPr>
          <p:cNvPr id="5" name="Footer Placeholder 4">
            <a:extLst>
              <a:ext uri="{FF2B5EF4-FFF2-40B4-BE49-F238E27FC236}">
                <a16:creationId xmlns:a16="http://schemas.microsoft.com/office/drawing/2014/main" id="{E2E3BEAA-A507-7C86-3E96-793474FEF60E}"/>
              </a:ext>
            </a:extLst>
          </p:cNvPr>
          <p:cNvSpPr>
            <a:spLocks noGrp="1"/>
          </p:cNvSpPr>
          <p:nvPr>
            <p:ph type="ftr" sz="quarter" idx="11"/>
          </p:nvPr>
        </p:nvSpPr>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r>
              <a:rPr lang="en-US" dirty="0"/>
              <a:t>www.hdcglobal.com</a:t>
            </a:r>
          </a:p>
        </p:txBody>
      </p:sp>
      <p:sp>
        <p:nvSpPr>
          <p:cNvPr id="6" name="Slide Number Placeholder 5">
            <a:extLst>
              <a:ext uri="{FF2B5EF4-FFF2-40B4-BE49-F238E27FC236}">
                <a16:creationId xmlns:a16="http://schemas.microsoft.com/office/drawing/2014/main" id="{304752D0-5C7A-F606-BD1F-CDA5A81A4EF4}"/>
              </a:ext>
            </a:extLst>
          </p:cNvPr>
          <p:cNvSpPr>
            <a:spLocks noGrp="1"/>
          </p:cNvSpPr>
          <p:nvPr>
            <p:ph type="sldNum" sz="quarter" idx="12"/>
          </p:nvPr>
        </p:nvSpPr>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fld id="{D5BFC984-3EB9-4D5E-B8E8-F429A5864E91}" type="slidenum">
              <a:rPr lang="en-US" smtClean="0"/>
              <a:pPr/>
              <a:t>‹#›</a:t>
            </a:fld>
            <a:endParaRPr lang="en-US" dirty="0"/>
          </a:p>
        </p:txBody>
      </p:sp>
      <p:cxnSp>
        <p:nvCxnSpPr>
          <p:cNvPr id="8" name="Straight Connector 7">
            <a:extLst>
              <a:ext uri="{FF2B5EF4-FFF2-40B4-BE49-F238E27FC236}">
                <a16:creationId xmlns:a16="http://schemas.microsoft.com/office/drawing/2014/main" id="{5B7BCF7B-CB24-FCE3-9D7D-F3557419A424}"/>
              </a:ext>
            </a:extLst>
          </p:cNvPr>
          <p:cNvCxnSpPr>
            <a:cxnSpLocks/>
            <a:endCxn id="2" idx="1"/>
          </p:cNvCxnSpPr>
          <p:nvPr userDrawn="1"/>
        </p:nvCxnSpPr>
        <p:spPr>
          <a:xfrm>
            <a:off x="0" y="627432"/>
            <a:ext cx="838201" cy="0"/>
          </a:xfrm>
          <a:prstGeom prst="line">
            <a:avLst/>
          </a:prstGeom>
          <a:ln w="76200">
            <a:solidFill>
              <a:srgbClr val="AE9962"/>
            </a:solidFill>
          </a:ln>
        </p:spPr>
        <p:style>
          <a:lnRef idx="3">
            <a:schemeClr val="accent4"/>
          </a:lnRef>
          <a:fillRef idx="0">
            <a:schemeClr val="accent4"/>
          </a:fillRef>
          <a:effectRef idx="2">
            <a:schemeClr val="accent4"/>
          </a:effectRef>
          <a:fontRef idx="minor">
            <a:schemeClr val="tx1"/>
          </a:fontRef>
        </p:style>
      </p:cxnSp>
      <p:cxnSp>
        <p:nvCxnSpPr>
          <p:cNvPr id="10" name="Straight Connector 9">
            <a:extLst>
              <a:ext uri="{FF2B5EF4-FFF2-40B4-BE49-F238E27FC236}">
                <a16:creationId xmlns:a16="http://schemas.microsoft.com/office/drawing/2014/main" id="{4515734B-7ABB-41C9-C4D9-1B42F8B836DE}"/>
              </a:ext>
            </a:extLst>
          </p:cNvPr>
          <p:cNvCxnSpPr>
            <a:cxnSpLocks/>
          </p:cNvCxnSpPr>
          <p:nvPr userDrawn="1"/>
        </p:nvCxnSpPr>
        <p:spPr>
          <a:xfrm>
            <a:off x="11353799" y="6517851"/>
            <a:ext cx="838201" cy="0"/>
          </a:xfrm>
          <a:prstGeom prst="line">
            <a:avLst/>
          </a:prstGeom>
          <a:ln w="76200">
            <a:solidFill>
              <a:srgbClr val="AE9962"/>
            </a:solidFill>
          </a:ln>
        </p:spPr>
        <p:style>
          <a:lnRef idx="3">
            <a:schemeClr val="accent4"/>
          </a:lnRef>
          <a:fillRef idx="0">
            <a:schemeClr val="accent4"/>
          </a:fillRef>
          <a:effectRef idx="2">
            <a:schemeClr val="accent4"/>
          </a:effectRef>
          <a:fontRef idx="minor">
            <a:schemeClr val="tx1"/>
          </a:fontRef>
        </p:style>
      </p:cxnSp>
      <p:sp>
        <p:nvSpPr>
          <p:cNvPr id="11" name="TextBox 1">
            <a:extLst>
              <a:ext uri="{FF2B5EF4-FFF2-40B4-BE49-F238E27FC236}">
                <a16:creationId xmlns:a16="http://schemas.microsoft.com/office/drawing/2014/main" id="{685CBC0B-8589-25A8-FCE5-6C3A30BFD204}"/>
              </a:ext>
            </a:extLst>
          </p:cNvPr>
          <p:cNvSpPr txBox="1"/>
          <p:nvPr userDrawn="1"/>
        </p:nvSpPr>
        <p:spPr>
          <a:xfrm>
            <a:off x="11331889" y="683125"/>
            <a:ext cx="851728" cy="277255"/>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601" dirty="0">
                <a:solidFill>
                  <a:srgbClr val="000000"/>
                </a:solidFill>
                <a:latin typeface="Arial" panose="020B0604020202020204" pitchFamily="34" charset="0"/>
                <a:ea typeface="Arial Unicode MS" panose="020B0604020202020204" pitchFamily="34" charset="-128"/>
                <a:cs typeface="Arial" panose="020B0604020202020204" pitchFamily="34" charset="0"/>
              </a:rPr>
              <a:t>Halal Development Corporation</a:t>
            </a:r>
          </a:p>
        </p:txBody>
      </p:sp>
      <p:pic>
        <p:nvPicPr>
          <p:cNvPr id="13" name="Picture 2" descr="Image result for hdc logo">
            <a:extLst>
              <a:ext uri="{FF2B5EF4-FFF2-40B4-BE49-F238E27FC236}">
                <a16:creationId xmlns:a16="http://schemas.microsoft.com/office/drawing/2014/main" id="{17B6F2D0-36B3-0037-B6FE-F15CB93FCFA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505764" y="140144"/>
            <a:ext cx="503977" cy="50397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3" descr="Image result for jata malaysia">
            <a:extLst>
              <a:ext uri="{FF2B5EF4-FFF2-40B4-BE49-F238E27FC236}">
                <a16:creationId xmlns:a16="http://schemas.microsoft.com/office/drawing/2014/main" id="{D7A6F237-90DA-DFF2-9830-2FC2204C37A5}"/>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566721" y="136379"/>
            <a:ext cx="717566" cy="5619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57477EFC-8913-0CAF-23C8-A2F50FD8AC3B}"/>
              </a:ext>
            </a:extLst>
          </p:cNvPr>
          <p:cNvSpPr txBox="1"/>
          <p:nvPr userDrawn="1"/>
        </p:nvSpPr>
        <p:spPr>
          <a:xfrm>
            <a:off x="10430204" y="688632"/>
            <a:ext cx="990601" cy="277255"/>
          </a:xfrm>
          <a:prstGeom prst="rect">
            <a:avLst/>
          </a:prstGeom>
          <a:noFill/>
        </p:spPr>
        <p:txBody>
          <a:bodyPr wrap="square" rtlCol="0">
            <a:spAutoFit/>
          </a:bodyPr>
          <a:lstStyle/>
          <a:p>
            <a:pPr algn="ctr"/>
            <a:r>
              <a:rPr lang="en-US" sz="601" dirty="0">
                <a:latin typeface="Arial" panose="020B0604020202020204" pitchFamily="34" charset="0"/>
                <a:ea typeface="Arial Unicode MS" panose="020B0604020202020204" pitchFamily="34" charset="-128"/>
                <a:cs typeface="Arial" panose="020B0604020202020204" pitchFamily="34" charset="0"/>
              </a:rPr>
              <a:t>Ministry of Investment, Trade and Industry</a:t>
            </a:r>
          </a:p>
        </p:txBody>
      </p:sp>
    </p:spTree>
    <p:extLst>
      <p:ext uri="{BB962C8B-B14F-4D97-AF65-F5344CB8AC3E}">
        <p14:creationId xmlns:p14="http://schemas.microsoft.com/office/powerpoint/2010/main" val="889937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7CDA2-806E-52E2-3BB4-FD078DA05CFA}"/>
              </a:ext>
            </a:extLst>
          </p:cNvPr>
          <p:cNvSpPr>
            <a:spLocks noGrp="1"/>
          </p:cNvSpPr>
          <p:nvPr>
            <p:ph type="title"/>
          </p:nvPr>
        </p:nvSpPr>
        <p:spPr>
          <a:xfrm>
            <a:off x="831852"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998E5FE-2969-60BA-FD91-396913AC4ED7}"/>
              </a:ext>
            </a:extLst>
          </p:cNvPr>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1">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C6B445-0F3B-5D3C-9163-8EAE6CAD55EC}"/>
              </a:ext>
            </a:extLst>
          </p:cNvPr>
          <p:cNvSpPr>
            <a:spLocks noGrp="1"/>
          </p:cNvSpPr>
          <p:nvPr>
            <p:ph type="dt" sz="half" idx="10"/>
          </p:nvPr>
        </p:nvSpPr>
        <p:spPr/>
        <p:txBody>
          <a:bodyPr/>
          <a:lstStyle/>
          <a:p>
            <a:r>
              <a:rPr lang="en-US"/>
              <a:t>© 2024 HDC Berhad </a:t>
            </a:r>
          </a:p>
        </p:txBody>
      </p:sp>
      <p:sp>
        <p:nvSpPr>
          <p:cNvPr id="5" name="Footer Placeholder 4">
            <a:extLst>
              <a:ext uri="{FF2B5EF4-FFF2-40B4-BE49-F238E27FC236}">
                <a16:creationId xmlns:a16="http://schemas.microsoft.com/office/drawing/2014/main" id="{6449C1D9-57D0-BFD7-7A2C-259183727E15}"/>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0F59BC21-2F32-CE0B-8163-F25A38C5A3CA}"/>
              </a:ext>
            </a:extLst>
          </p:cNvPr>
          <p:cNvSpPr>
            <a:spLocks noGrp="1"/>
          </p:cNvSpPr>
          <p:nvPr>
            <p:ph type="sldNum" sz="quarter" idx="12"/>
          </p:nvPr>
        </p:nvSpPr>
        <p:spPr/>
        <p:txBody>
          <a:bodyPr/>
          <a:lstStyle/>
          <a:p>
            <a:fld id="{D5BFC984-3EB9-4D5E-B8E8-F429A5864E91}" type="slidenum">
              <a:rPr lang="en-US" smtClean="0"/>
              <a:t>‹#›</a:t>
            </a:fld>
            <a:endParaRPr lang="en-US"/>
          </a:p>
        </p:txBody>
      </p:sp>
    </p:spTree>
    <p:extLst>
      <p:ext uri="{BB962C8B-B14F-4D97-AF65-F5344CB8AC3E}">
        <p14:creationId xmlns:p14="http://schemas.microsoft.com/office/powerpoint/2010/main" val="28638225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338EA-C5F4-2111-9E73-B52B2B6C4D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4DBEC3-4539-0DDD-DB7D-7C63B48F0ED1}"/>
              </a:ext>
            </a:extLst>
          </p:cNvPr>
          <p:cNvSpPr>
            <a:spLocks noGrp="1"/>
          </p:cNvSpPr>
          <p:nvPr>
            <p:ph sz="half" idx="1"/>
          </p:nvPr>
        </p:nvSpPr>
        <p:spPr>
          <a:xfrm>
            <a:off x="838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4204C3-66EC-F312-DCA2-4094C8E036EC}"/>
              </a:ext>
            </a:extLst>
          </p:cNvPr>
          <p:cNvSpPr>
            <a:spLocks noGrp="1"/>
          </p:cNvSpPr>
          <p:nvPr>
            <p:ph sz="half" idx="2"/>
          </p:nvPr>
        </p:nvSpPr>
        <p:spPr>
          <a:xfrm>
            <a:off x="6172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29A820-3229-2BDC-EF15-8A5DFD30ED60}"/>
              </a:ext>
            </a:extLst>
          </p:cNvPr>
          <p:cNvSpPr>
            <a:spLocks noGrp="1"/>
          </p:cNvSpPr>
          <p:nvPr>
            <p:ph type="dt" sz="half" idx="10"/>
          </p:nvPr>
        </p:nvSpPr>
        <p:spPr/>
        <p:txBody>
          <a:bodyPr/>
          <a:lstStyle/>
          <a:p>
            <a:r>
              <a:rPr lang="en-US"/>
              <a:t>© 2024 HDC Berhad </a:t>
            </a:r>
          </a:p>
        </p:txBody>
      </p:sp>
      <p:sp>
        <p:nvSpPr>
          <p:cNvPr id="6" name="Footer Placeholder 5">
            <a:extLst>
              <a:ext uri="{FF2B5EF4-FFF2-40B4-BE49-F238E27FC236}">
                <a16:creationId xmlns:a16="http://schemas.microsoft.com/office/drawing/2014/main" id="{80BC671A-304B-8EDB-F758-71331F02B977}"/>
              </a:ext>
            </a:extLst>
          </p:cNvPr>
          <p:cNvSpPr>
            <a:spLocks noGrp="1"/>
          </p:cNvSpPr>
          <p:nvPr>
            <p:ph type="ftr" sz="quarter" idx="11"/>
          </p:nvPr>
        </p:nvSpPr>
        <p:spPr/>
        <p:txBody>
          <a:bodyPr/>
          <a:lstStyle/>
          <a:p>
            <a:r>
              <a:rPr lang="en-US"/>
              <a:t>www.hdcglobal.com</a:t>
            </a:r>
          </a:p>
        </p:txBody>
      </p:sp>
      <p:sp>
        <p:nvSpPr>
          <p:cNvPr id="7" name="Slide Number Placeholder 6">
            <a:extLst>
              <a:ext uri="{FF2B5EF4-FFF2-40B4-BE49-F238E27FC236}">
                <a16:creationId xmlns:a16="http://schemas.microsoft.com/office/drawing/2014/main" id="{23F41558-8CCA-4E66-262E-7B27587B7497}"/>
              </a:ext>
            </a:extLst>
          </p:cNvPr>
          <p:cNvSpPr>
            <a:spLocks noGrp="1"/>
          </p:cNvSpPr>
          <p:nvPr>
            <p:ph type="sldNum" sz="quarter" idx="12"/>
          </p:nvPr>
        </p:nvSpPr>
        <p:spPr/>
        <p:txBody>
          <a:bodyPr/>
          <a:lstStyle/>
          <a:p>
            <a:fld id="{D5BFC984-3EB9-4D5E-B8E8-F429A5864E91}" type="slidenum">
              <a:rPr lang="en-US" smtClean="0"/>
              <a:t>‹#›</a:t>
            </a:fld>
            <a:endParaRPr lang="en-US"/>
          </a:p>
        </p:txBody>
      </p:sp>
    </p:spTree>
    <p:extLst>
      <p:ext uri="{BB962C8B-B14F-4D97-AF65-F5344CB8AC3E}">
        <p14:creationId xmlns:p14="http://schemas.microsoft.com/office/powerpoint/2010/main" val="38450320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35504-39A0-007D-F3A1-772A18598D5F}"/>
              </a:ext>
            </a:extLst>
          </p:cNvPr>
          <p:cNvSpPr>
            <a:spLocks noGrp="1"/>
          </p:cNvSpPr>
          <p:nvPr>
            <p:ph type="title"/>
          </p:nvPr>
        </p:nvSpPr>
        <p:spPr>
          <a:xfrm>
            <a:off x="839789"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AB2BEE9-BF22-CCC4-3062-FB7D6E4D26A1}"/>
              </a:ext>
            </a:extLst>
          </p:cNvPr>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022DA0-8F90-35CB-5B0A-7FE081987936}"/>
              </a:ext>
            </a:extLst>
          </p:cNvPr>
          <p:cNvSpPr>
            <a:spLocks noGrp="1"/>
          </p:cNvSpPr>
          <p:nvPr>
            <p:ph sz="half" idx="2"/>
          </p:nvPr>
        </p:nvSpPr>
        <p:spPr>
          <a:xfrm>
            <a:off x="839789" y="2505076"/>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CFAF8F-4BB2-FE8A-55CC-3D45CC03CD5B}"/>
              </a:ext>
            </a:extLst>
          </p:cNvPr>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C13E5B-BD50-D4F5-DB0A-5BD791608585}"/>
              </a:ext>
            </a:extLst>
          </p:cNvPr>
          <p:cNvSpPr>
            <a:spLocks noGrp="1"/>
          </p:cNvSpPr>
          <p:nvPr>
            <p:ph sz="quarter" idx="4"/>
          </p:nvPr>
        </p:nvSpPr>
        <p:spPr>
          <a:xfrm>
            <a:off x="6172202" y="2505076"/>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ED2E41-A778-B135-9E23-E6DFF5B533F5}"/>
              </a:ext>
            </a:extLst>
          </p:cNvPr>
          <p:cNvSpPr>
            <a:spLocks noGrp="1"/>
          </p:cNvSpPr>
          <p:nvPr>
            <p:ph type="dt" sz="half" idx="10"/>
          </p:nvPr>
        </p:nvSpPr>
        <p:spPr/>
        <p:txBody>
          <a:bodyPr/>
          <a:lstStyle/>
          <a:p>
            <a:r>
              <a:rPr lang="en-US"/>
              <a:t>© 2024 HDC Berhad </a:t>
            </a:r>
          </a:p>
        </p:txBody>
      </p:sp>
      <p:sp>
        <p:nvSpPr>
          <p:cNvPr id="8" name="Footer Placeholder 7">
            <a:extLst>
              <a:ext uri="{FF2B5EF4-FFF2-40B4-BE49-F238E27FC236}">
                <a16:creationId xmlns:a16="http://schemas.microsoft.com/office/drawing/2014/main" id="{7705C918-20CF-BDB2-4271-5E88E0B1D6F7}"/>
              </a:ext>
            </a:extLst>
          </p:cNvPr>
          <p:cNvSpPr>
            <a:spLocks noGrp="1"/>
          </p:cNvSpPr>
          <p:nvPr>
            <p:ph type="ftr" sz="quarter" idx="11"/>
          </p:nvPr>
        </p:nvSpPr>
        <p:spPr/>
        <p:txBody>
          <a:bodyPr/>
          <a:lstStyle/>
          <a:p>
            <a:r>
              <a:rPr lang="en-US"/>
              <a:t>www.hdcglobal.com</a:t>
            </a:r>
          </a:p>
        </p:txBody>
      </p:sp>
      <p:sp>
        <p:nvSpPr>
          <p:cNvPr id="9" name="Slide Number Placeholder 8">
            <a:extLst>
              <a:ext uri="{FF2B5EF4-FFF2-40B4-BE49-F238E27FC236}">
                <a16:creationId xmlns:a16="http://schemas.microsoft.com/office/drawing/2014/main" id="{11995F4C-167D-A6EB-2D65-4E38511827EB}"/>
              </a:ext>
            </a:extLst>
          </p:cNvPr>
          <p:cNvSpPr>
            <a:spLocks noGrp="1"/>
          </p:cNvSpPr>
          <p:nvPr>
            <p:ph type="sldNum" sz="quarter" idx="12"/>
          </p:nvPr>
        </p:nvSpPr>
        <p:spPr/>
        <p:txBody>
          <a:bodyPr/>
          <a:lstStyle/>
          <a:p>
            <a:fld id="{D5BFC984-3EB9-4D5E-B8E8-F429A5864E91}" type="slidenum">
              <a:rPr lang="en-US" smtClean="0"/>
              <a:t>‹#›</a:t>
            </a:fld>
            <a:endParaRPr lang="en-US"/>
          </a:p>
        </p:txBody>
      </p:sp>
    </p:spTree>
    <p:extLst>
      <p:ext uri="{BB962C8B-B14F-4D97-AF65-F5344CB8AC3E}">
        <p14:creationId xmlns:p14="http://schemas.microsoft.com/office/powerpoint/2010/main" val="12686165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A525B-0C4C-9801-4E93-EAAC0E9665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D69D11-4A5C-9A6F-11CE-22F7273AF76A}"/>
              </a:ext>
            </a:extLst>
          </p:cNvPr>
          <p:cNvSpPr>
            <a:spLocks noGrp="1"/>
          </p:cNvSpPr>
          <p:nvPr>
            <p:ph type="dt" sz="half" idx="10"/>
          </p:nvPr>
        </p:nvSpPr>
        <p:spPr/>
        <p:txBody>
          <a:bodyPr/>
          <a:lstStyle/>
          <a:p>
            <a:r>
              <a:rPr lang="en-US"/>
              <a:t>© 2024 HDC Berhad </a:t>
            </a:r>
          </a:p>
        </p:txBody>
      </p:sp>
      <p:sp>
        <p:nvSpPr>
          <p:cNvPr id="4" name="Footer Placeholder 3">
            <a:extLst>
              <a:ext uri="{FF2B5EF4-FFF2-40B4-BE49-F238E27FC236}">
                <a16:creationId xmlns:a16="http://schemas.microsoft.com/office/drawing/2014/main" id="{4EB05CE8-19F3-2B7B-3E22-0452BD8F1F01}"/>
              </a:ext>
            </a:extLst>
          </p:cNvPr>
          <p:cNvSpPr>
            <a:spLocks noGrp="1"/>
          </p:cNvSpPr>
          <p:nvPr>
            <p:ph type="ftr" sz="quarter" idx="11"/>
          </p:nvPr>
        </p:nvSpPr>
        <p:spPr/>
        <p:txBody>
          <a:bodyPr/>
          <a:lstStyle/>
          <a:p>
            <a:r>
              <a:rPr lang="en-US"/>
              <a:t>www.hdcglobal.com</a:t>
            </a:r>
          </a:p>
        </p:txBody>
      </p:sp>
      <p:sp>
        <p:nvSpPr>
          <p:cNvPr id="5" name="Slide Number Placeholder 4">
            <a:extLst>
              <a:ext uri="{FF2B5EF4-FFF2-40B4-BE49-F238E27FC236}">
                <a16:creationId xmlns:a16="http://schemas.microsoft.com/office/drawing/2014/main" id="{AD8CD026-C203-9F07-FC34-CEBC8A927F14}"/>
              </a:ext>
            </a:extLst>
          </p:cNvPr>
          <p:cNvSpPr>
            <a:spLocks noGrp="1"/>
          </p:cNvSpPr>
          <p:nvPr>
            <p:ph type="sldNum" sz="quarter" idx="12"/>
          </p:nvPr>
        </p:nvSpPr>
        <p:spPr/>
        <p:txBody>
          <a:bodyPr/>
          <a:lstStyle/>
          <a:p>
            <a:fld id="{D5BFC984-3EB9-4D5E-B8E8-F429A5864E91}" type="slidenum">
              <a:rPr lang="en-US" smtClean="0"/>
              <a:t>‹#›</a:t>
            </a:fld>
            <a:endParaRPr lang="en-US"/>
          </a:p>
        </p:txBody>
      </p:sp>
    </p:spTree>
    <p:extLst>
      <p:ext uri="{BB962C8B-B14F-4D97-AF65-F5344CB8AC3E}">
        <p14:creationId xmlns:p14="http://schemas.microsoft.com/office/powerpoint/2010/main" val="33361107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F47182-277A-9ADD-19DD-0F2B9E59F0C1}"/>
              </a:ext>
            </a:extLst>
          </p:cNvPr>
          <p:cNvSpPr>
            <a:spLocks noGrp="1"/>
          </p:cNvSpPr>
          <p:nvPr>
            <p:ph type="dt" sz="half" idx="10"/>
          </p:nvPr>
        </p:nvSpPr>
        <p:spPr/>
        <p:txBody>
          <a:bodyPr/>
          <a:lstStyle/>
          <a:p>
            <a:r>
              <a:rPr lang="en-US"/>
              <a:t>© 2024 HDC Berhad </a:t>
            </a:r>
          </a:p>
        </p:txBody>
      </p:sp>
      <p:sp>
        <p:nvSpPr>
          <p:cNvPr id="3" name="Footer Placeholder 2">
            <a:extLst>
              <a:ext uri="{FF2B5EF4-FFF2-40B4-BE49-F238E27FC236}">
                <a16:creationId xmlns:a16="http://schemas.microsoft.com/office/drawing/2014/main" id="{9A81E974-9810-DF9E-5CA5-95CE2695505B}"/>
              </a:ext>
            </a:extLst>
          </p:cNvPr>
          <p:cNvSpPr>
            <a:spLocks noGrp="1"/>
          </p:cNvSpPr>
          <p:nvPr>
            <p:ph type="ftr" sz="quarter" idx="11"/>
          </p:nvPr>
        </p:nvSpPr>
        <p:spPr/>
        <p:txBody>
          <a:bodyPr/>
          <a:lstStyle/>
          <a:p>
            <a:r>
              <a:rPr lang="en-US"/>
              <a:t>www.hdcglobal.com</a:t>
            </a:r>
          </a:p>
        </p:txBody>
      </p:sp>
      <p:sp>
        <p:nvSpPr>
          <p:cNvPr id="4" name="Slide Number Placeholder 3">
            <a:extLst>
              <a:ext uri="{FF2B5EF4-FFF2-40B4-BE49-F238E27FC236}">
                <a16:creationId xmlns:a16="http://schemas.microsoft.com/office/drawing/2014/main" id="{2AD06AEB-78DF-3C4E-B9D1-8878E157F064}"/>
              </a:ext>
            </a:extLst>
          </p:cNvPr>
          <p:cNvSpPr>
            <a:spLocks noGrp="1"/>
          </p:cNvSpPr>
          <p:nvPr>
            <p:ph type="sldNum" sz="quarter" idx="12"/>
          </p:nvPr>
        </p:nvSpPr>
        <p:spPr/>
        <p:txBody>
          <a:bodyPr/>
          <a:lstStyle/>
          <a:p>
            <a:fld id="{D5BFC984-3EB9-4D5E-B8E8-F429A5864E91}" type="slidenum">
              <a:rPr lang="en-US" smtClean="0"/>
              <a:t>‹#›</a:t>
            </a:fld>
            <a:endParaRPr lang="en-US"/>
          </a:p>
        </p:txBody>
      </p:sp>
    </p:spTree>
    <p:extLst>
      <p:ext uri="{BB962C8B-B14F-4D97-AF65-F5344CB8AC3E}">
        <p14:creationId xmlns:p14="http://schemas.microsoft.com/office/powerpoint/2010/main" val="18258948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AC663-FCDD-F12D-702B-A1516AF6CD68}"/>
              </a:ext>
            </a:extLst>
          </p:cNvPr>
          <p:cNvSpPr>
            <a:spLocks noGrp="1"/>
          </p:cNvSpPr>
          <p:nvPr>
            <p:ph type="title"/>
          </p:nvPr>
        </p:nvSpPr>
        <p:spPr>
          <a:xfrm>
            <a:off x="839790" y="457200"/>
            <a:ext cx="3932236"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433731-59A4-36D2-DC60-737E491B6E50}"/>
              </a:ext>
            </a:extLst>
          </p:cNvPr>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5CD911-445A-FF43-86B4-7514E643BADE}"/>
              </a:ext>
            </a:extLst>
          </p:cNvPr>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FFA4E6D7-6F63-BFB6-1ED0-CB33B48CA4A8}"/>
              </a:ext>
            </a:extLst>
          </p:cNvPr>
          <p:cNvSpPr>
            <a:spLocks noGrp="1"/>
          </p:cNvSpPr>
          <p:nvPr>
            <p:ph type="dt" sz="half" idx="10"/>
          </p:nvPr>
        </p:nvSpPr>
        <p:spPr/>
        <p:txBody>
          <a:bodyPr/>
          <a:lstStyle/>
          <a:p>
            <a:r>
              <a:rPr lang="en-US"/>
              <a:t>© 2024 HDC Berhad </a:t>
            </a:r>
          </a:p>
        </p:txBody>
      </p:sp>
      <p:sp>
        <p:nvSpPr>
          <p:cNvPr id="6" name="Footer Placeholder 5">
            <a:extLst>
              <a:ext uri="{FF2B5EF4-FFF2-40B4-BE49-F238E27FC236}">
                <a16:creationId xmlns:a16="http://schemas.microsoft.com/office/drawing/2014/main" id="{AC1D8841-D81C-59F2-8460-4CDADBDC3891}"/>
              </a:ext>
            </a:extLst>
          </p:cNvPr>
          <p:cNvSpPr>
            <a:spLocks noGrp="1"/>
          </p:cNvSpPr>
          <p:nvPr>
            <p:ph type="ftr" sz="quarter" idx="11"/>
          </p:nvPr>
        </p:nvSpPr>
        <p:spPr/>
        <p:txBody>
          <a:bodyPr/>
          <a:lstStyle/>
          <a:p>
            <a:r>
              <a:rPr lang="en-US"/>
              <a:t>www.hdcglobal.com</a:t>
            </a:r>
          </a:p>
        </p:txBody>
      </p:sp>
      <p:sp>
        <p:nvSpPr>
          <p:cNvPr id="7" name="Slide Number Placeholder 6">
            <a:extLst>
              <a:ext uri="{FF2B5EF4-FFF2-40B4-BE49-F238E27FC236}">
                <a16:creationId xmlns:a16="http://schemas.microsoft.com/office/drawing/2014/main" id="{0D2F1DC6-9DC3-5047-9A92-B2709B56B24E}"/>
              </a:ext>
            </a:extLst>
          </p:cNvPr>
          <p:cNvSpPr>
            <a:spLocks noGrp="1"/>
          </p:cNvSpPr>
          <p:nvPr>
            <p:ph type="sldNum" sz="quarter" idx="12"/>
          </p:nvPr>
        </p:nvSpPr>
        <p:spPr/>
        <p:txBody>
          <a:bodyPr/>
          <a:lstStyle/>
          <a:p>
            <a:fld id="{D5BFC984-3EB9-4D5E-B8E8-F429A5864E91}" type="slidenum">
              <a:rPr lang="en-US" smtClean="0"/>
              <a:t>‹#›</a:t>
            </a:fld>
            <a:endParaRPr lang="en-US"/>
          </a:p>
        </p:txBody>
      </p:sp>
    </p:spTree>
    <p:extLst>
      <p:ext uri="{BB962C8B-B14F-4D97-AF65-F5344CB8AC3E}">
        <p14:creationId xmlns:p14="http://schemas.microsoft.com/office/powerpoint/2010/main" val="12952911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17870-AACD-8ED8-8B3E-F6B1205BA52D}"/>
              </a:ext>
            </a:extLst>
          </p:cNvPr>
          <p:cNvSpPr>
            <a:spLocks noGrp="1"/>
          </p:cNvSpPr>
          <p:nvPr>
            <p:ph type="title"/>
          </p:nvPr>
        </p:nvSpPr>
        <p:spPr>
          <a:xfrm>
            <a:off x="839790" y="457200"/>
            <a:ext cx="3932236"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8E3594A-CC3B-355E-8E0F-847DFB96B920}"/>
              </a:ext>
            </a:extLst>
          </p:cNvPr>
          <p:cNvSpPr>
            <a:spLocks noGrp="1"/>
          </p:cNvSpPr>
          <p:nvPr>
            <p:ph type="pic" idx="1"/>
          </p:nvPr>
        </p:nvSpPr>
        <p:spPr>
          <a:xfrm>
            <a:off x="5183188" y="987425"/>
            <a:ext cx="6172201" cy="4873625"/>
          </a:xfrm>
        </p:spPr>
        <p:txBody>
          <a:bodyPr/>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endParaRPr lang="en-US"/>
          </a:p>
        </p:txBody>
      </p:sp>
      <p:sp>
        <p:nvSpPr>
          <p:cNvPr id="4" name="Text Placeholder 3">
            <a:extLst>
              <a:ext uri="{FF2B5EF4-FFF2-40B4-BE49-F238E27FC236}">
                <a16:creationId xmlns:a16="http://schemas.microsoft.com/office/drawing/2014/main" id="{B501105A-CE2C-61DA-F5A7-319B5B744FE4}"/>
              </a:ext>
            </a:extLst>
          </p:cNvPr>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C49B75A3-DA61-4E3F-B3F4-80A671507938}"/>
              </a:ext>
            </a:extLst>
          </p:cNvPr>
          <p:cNvSpPr>
            <a:spLocks noGrp="1"/>
          </p:cNvSpPr>
          <p:nvPr>
            <p:ph type="dt" sz="half" idx="10"/>
          </p:nvPr>
        </p:nvSpPr>
        <p:spPr/>
        <p:txBody>
          <a:bodyPr/>
          <a:lstStyle/>
          <a:p>
            <a:r>
              <a:rPr lang="en-US"/>
              <a:t>© 2024 HDC Berhad </a:t>
            </a:r>
          </a:p>
        </p:txBody>
      </p:sp>
      <p:sp>
        <p:nvSpPr>
          <p:cNvPr id="6" name="Footer Placeholder 5">
            <a:extLst>
              <a:ext uri="{FF2B5EF4-FFF2-40B4-BE49-F238E27FC236}">
                <a16:creationId xmlns:a16="http://schemas.microsoft.com/office/drawing/2014/main" id="{EDADC5BF-3A89-A519-98AA-C9C0273221A8}"/>
              </a:ext>
            </a:extLst>
          </p:cNvPr>
          <p:cNvSpPr>
            <a:spLocks noGrp="1"/>
          </p:cNvSpPr>
          <p:nvPr>
            <p:ph type="ftr" sz="quarter" idx="11"/>
          </p:nvPr>
        </p:nvSpPr>
        <p:spPr/>
        <p:txBody>
          <a:bodyPr/>
          <a:lstStyle/>
          <a:p>
            <a:r>
              <a:rPr lang="en-US"/>
              <a:t>www.hdcglobal.com</a:t>
            </a:r>
          </a:p>
        </p:txBody>
      </p:sp>
      <p:sp>
        <p:nvSpPr>
          <p:cNvPr id="7" name="Slide Number Placeholder 6">
            <a:extLst>
              <a:ext uri="{FF2B5EF4-FFF2-40B4-BE49-F238E27FC236}">
                <a16:creationId xmlns:a16="http://schemas.microsoft.com/office/drawing/2014/main" id="{285D24E0-71A3-BD7F-532B-144EAF3A135C}"/>
              </a:ext>
            </a:extLst>
          </p:cNvPr>
          <p:cNvSpPr>
            <a:spLocks noGrp="1"/>
          </p:cNvSpPr>
          <p:nvPr>
            <p:ph type="sldNum" sz="quarter" idx="12"/>
          </p:nvPr>
        </p:nvSpPr>
        <p:spPr/>
        <p:txBody>
          <a:bodyPr/>
          <a:lstStyle/>
          <a:p>
            <a:fld id="{D5BFC984-3EB9-4D5E-B8E8-F429A5864E91}" type="slidenum">
              <a:rPr lang="en-US" smtClean="0"/>
              <a:t>‹#›</a:t>
            </a:fld>
            <a:endParaRPr lang="en-US"/>
          </a:p>
        </p:txBody>
      </p:sp>
    </p:spTree>
    <p:extLst>
      <p:ext uri="{BB962C8B-B14F-4D97-AF65-F5344CB8AC3E}">
        <p14:creationId xmlns:p14="http://schemas.microsoft.com/office/powerpoint/2010/main" val="680390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E508C-803F-A42A-AB99-BBEC78FB0C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7A3169-000A-1376-7D39-5FAEAA2674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24B1E2-ABE1-9923-4AD7-1596E39FD0C6}"/>
              </a:ext>
            </a:extLst>
          </p:cNvPr>
          <p:cNvSpPr>
            <a:spLocks noGrp="1"/>
          </p:cNvSpPr>
          <p:nvPr>
            <p:ph type="dt" sz="half" idx="10"/>
          </p:nvPr>
        </p:nvSpPr>
        <p:spPr/>
        <p:txBody>
          <a:bodyPr/>
          <a:lstStyle/>
          <a:p>
            <a:r>
              <a:rPr lang="en-US"/>
              <a:t>© 2024 HDC Berhad </a:t>
            </a:r>
          </a:p>
        </p:txBody>
      </p:sp>
      <p:sp>
        <p:nvSpPr>
          <p:cNvPr id="5" name="Footer Placeholder 4">
            <a:extLst>
              <a:ext uri="{FF2B5EF4-FFF2-40B4-BE49-F238E27FC236}">
                <a16:creationId xmlns:a16="http://schemas.microsoft.com/office/drawing/2014/main" id="{66FCB900-0D35-5C55-0761-B778EB12C39B}"/>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3E8CC1AB-14D1-A5B4-7FE3-7398DDEBAED9}"/>
              </a:ext>
            </a:extLst>
          </p:cNvPr>
          <p:cNvSpPr>
            <a:spLocks noGrp="1"/>
          </p:cNvSpPr>
          <p:nvPr>
            <p:ph type="sldNum" sz="quarter" idx="12"/>
          </p:nvPr>
        </p:nvSpPr>
        <p:spPr/>
        <p:txBody>
          <a:bodyPr/>
          <a:lstStyle/>
          <a:p>
            <a:fld id="{D5BFC984-3EB9-4D5E-B8E8-F429A5864E91}" type="slidenum">
              <a:rPr lang="en-US" smtClean="0"/>
              <a:t>‹#›</a:t>
            </a:fld>
            <a:endParaRPr lang="en-US"/>
          </a:p>
        </p:txBody>
      </p:sp>
    </p:spTree>
    <p:extLst>
      <p:ext uri="{BB962C8B-B14F-4D97-AF65-F5344CB8AC3E}">
        <p14:creationId xmlns:p14="http://schemas.microsoft.com/office/powerpoint/2010/main" val="25145053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5BBE41-F015-CBC6-2EC9-7AE3C0789497}"/>
              </a:ext>
            </a:extLst>
          </p:cNvPr>
          <p:cNvSpPr>
            <a:spLocks noGrp="1"/>
          </p:cNvSpPr>
          <p:nvPr>
            <p:ph type="title" orient="vert"/>
          </p:nvPr>
        </p:nvSpPr>
        <p:spPr>
          <a:xfrm>
            <a:off x="8724899"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C5139C-63B1-AA6E-B1A8-E946BA80A7C6}"/>
              </a:ext>
            </a:extLst>
          </p:cNvPr>
          <p:cNvSpPr>
            <a:spLocks noGrp="1"/>
          </p:cNvSpPr>
          <p:nvPr>
            <p:ph type="body" orient="vert" idx="1"/>
          </p:nvPr>
        </p:nvSpPr>
        <p:spPr>
          <a:xfrm>
            <a:off x="838199"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EB85F9-DCD8-9A81-7F80-DAE55E3FFDE5}"/>
              </a:ext>
            </a:extLst>
          </p:cNvPr>
          <p:cNvSpPr>
            <a:spLocks noGrp="1"/>
          </p:cNvSpPr>
          <p:nvPr>
            <p:ph type="dt" sz="half" idx="10"/>
          </p:nvPr>
        </p:nvSpPr>
        <p:spPr/>
        <p:txBody>
          <a:bodyPr/>
          <a:lstStyle/>
          <a:p>
            <a:r>
              <a:rPr lang="en-US"/>
              <a:t>© 2024 HDC Berhad </a:t>
            </a:r>
          </a:p>
        </p:txBody>
      </p:sp>
      <p:sp>
        <p:nvSpPr>
          <p:cNvPr id="5" name="Footer Placeholder 4">
            <a:extLst>
              <a:ext uri="{FF2B5EF4-FFF2-40B4-BE49-F238E27FC236}">
                <a16:creationId xmlns:a16="http://schemas.microsoft.com/office/drawing/2014/main" id="{E6445CC1-B7BB-EF7E-F0F5-35C73E6BFD38}"/>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8BAD8F1E-0BCC-DA93-DE2C-860959BB61C1}"/>
              </a:ext>
            </a:extLst>
          </p:cNvPr>
          <p:cNvSpPr>
            <a:spLocks noGrp="1"/>
          </p:cNvSpPr>
          <p:nvPr>
            <p:ph type="sldNum" sz="quarter" idx="12"/>
          </p:nvPr>
        </p:nvSpPr>
        <p:spPr/>
        <p:txBody>
          <a:bodyPr/>
          <a:lstStyle/>
          <a:p>
            <a:fld id="{D5BFC984-3EB9-4D5E-B8E8-F429A5864E91}" type="slidenum">
              <a:rPr lang="en-US" smtClean="0"/>
              <a:t>‹#›</a:t>
            </a:fld>
            <a:endParaRPr lang="en-US"/>
          </a:p>
        </p:txBody>
      </p:sp>
    </p:spTree>
    <p:extLst>
      <p:ext uri="{BB962C8B-B14F-4D97-AF65-F5344CB8AC3E}">
        <p14:creationId xmlns:p14="http://schemas.microsoft.com/office/powerpoint/2010/main" val="2688873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DD8C47-885C-6BA2-5F5A-17368EEE3F8E}"/>
              </a:ext>
            </a:extLst>
          </p:cNvPr>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972F71-6E22-11DC-F31E-E7407A149FBA}"/>
              </a:ext>
            </a:extLst>
          </p:cNvPr>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3AE8D1-1991-C71F-F1AE-9EDD6DD0224B}"/>
              </a:ext>
            </a:extLst>
          </p:cNvPr>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 2024 HDC Berhad </a:t>
            </a:r>
          </a:p>
        </p:txBody>
      </p:sp>
      <p:sp>
        <p:nvSpPr>
          <p:cNvPr id="5" name="Footer Placeholder 4">
            <a:extLst>
              <a:ext uri="{FF2B5EF4-FFF2-40B4-BE49-F238E27FC236}">
                <a16:creationId xmlns:a16="http://schemas.microsoft.com/office/drawing/2014/main" id="{085B3E09-387D-7948-4E91-3BE4B3434A2A}"/>
              </a:ext>
            </a:extLst>
          </p:cNvPr>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www.hdcglobal.com</a:t>
            </a:r>
          </a:p>
        </p:txBody>
      </p:sp>
      <p:sp>
        <p:nvSpPr>
          <p:cNvPr id="6" name="Slide Number Placeholder 5">
            <a:extLst>
              <a:ext uri="{FF2B5EF4-FFF2-40B4-BE49-F238E27FC236}">
                <a16:creationId xmlns:a16="http://schemas.microsoft.com/office/drawing/2014/main" id="{10C3B6C4-5E12-FAF7-CB66-D377A846D258}"/>
              </a:ext>
            </a:extLst>
          </p:cNvPr>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2FB115-6801-42A4-BE77-362A11867301}" type="slidenum">
              <a:rPr lang="en-US" smtClean="0"/>
              <a:t>‹#›</a:t>
            </a:fld>
            <a:endParaRPr lang="en-US"/>
          </a:p>
        </p:txBody>
      </p:sp>
    </p:spTree>
    <p:extLst>
      <p:ext uri="{BB962C8B-B14F-4D97-AF65-F5344CB8AC3E}">
        <p14:creationId xmlns:p14="http://schemas.microsoft.com/office/powerpoint/2010/main" val="4230474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hf hdr="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4" indent="-228604" algn="l" defTabSz="914411" rtl="0" eaLnBrk="1" latinLnBrk="0"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809" indent="-228604"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5" indent="-228604"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1"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4pPr>
      <a:lvl5pPr marL="2057427"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5pPr>
      <a:lvl6pPr marL="2514632"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13325C-6627-7E08-0B61-858BABDF61E8}"/>
              </a:ext>
            </a:extLst>
          </p:cNvPr>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08DEFD-BCB4-65A3-604D-09326C1C8CED}"/>
              </a:ext>
            </a:extLst>
          </p:cNvPr>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6B69CC-9B90-3A9F-4EA3-D2E2013AED07}"/>
              </a:ext>
            </a:extLst>
          </p:cNvPr>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 2024 HDC Berhad </a:t>
            </a:r>
          </a:p>
        </p:txBody>
      </p:sp>
      <p:sp>
        <p:nvSpPr>
          <p:cNvPr id="5" name="Footer Placeholder 4">
            <a:extLst>
              <a:ext uri="{FF2B5EF4-FFF2-40B4-BE49-F238E27FC236}">
                <a16:creationId xmlns:a16="http://schemas.microsoft.com/office/drawing/2014/main" id="{35D4999F-C9C4-8C4C-6A44-7ABBD8324F60}"/>
              </a:ext>
            </a:extLst>
          </p:cNvPr>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www.hdcglobal.com</a:t>
            </a:r>
          </a:p>
        </p:txBody>
      </p:sp>
      <p:sp>
        <p:nvSpPr>
          <p:cNvPr id="6" name="Slide Number Placeholder 5">
            <a:extLst>
              <a:ext uri="{FF2B5EF4-FFF2-40B4-BE49-F238E27FC236}">
                <a16:creationId xmlns:a16="http://schemas.microsoft.com/office/drawing/2014/main" id="{A0579F51-C695-AF44-91A3-0240855F48E7}"/>
              </a:ext>
            </a:extLst>
          </p:cNvPr>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BFC984-3EB9-4D5E-B8E8-F429A5864E91}" type="slidenum">
              <a:rPr lang="en-US" smtClean="0"/>
              <a:t>‹#›</a:t>
            </a:fld>
            <a:endParaRPr lang="en-US"/>
          </a:p>
        </p:txBody>
      </p:sp>
    </p:spTree>
    <p:extLst>
      <p:ext uri="{BB962C8B-B14F-4D97-AF65-F5344CB8AC3E}">
        <p14:creationId xmlns:p14="http://schemas.microsoft.com/office/powerpoint/2010/main" val="1043269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4" indent="-228604" algn="l" defTabSz="914411" rtl="0" eaLnBrk="1" latinLnBrk="0"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809" indent="-228604"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5" indent="-228604"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1"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4pPr>
      <a:lvl5pPr marL="2057427"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5pPr>
      <a:lvl6pPr marL="2514632"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emf"/></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image" Target="../media/image12.emf"/></Relationships>
</file>

<file path=ppt/slides/_rels/slide1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1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63025-7C7D-193F-3967-4408CCDEC469}"/>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42391AD7-6868-1907-B251-6F93A2E2463B}"/>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C280448C-9B72-7EFF-FC80-B1C3341CDD95}"/>
              </a:ext>
            </a:extLst>
          </p:cNvPr>
          <p:cNvPicPr>
            <a:picLocks noChangeAspect="1"/>
          </p:cNvPicPr>
          <p:nvPr/>
        </p:nvPicPr>
        <p:blipFill rotWithShape="1">
          <a:blip r:embed="rId2"/>
          <a:srcRect l="604" r="669" b="25471"/>
          <a:stretch/>
        </p:blipFill>
        <p:spPr>
          <a:xfrm>
            <a:off x="0" y="0"/>
            <a:ext cx="12237748" cy="6858000"/>
          </a:xfrm>
          <a:prstGeom prst="rect">
            <a:avLst/>
          </a:prstGeom>
        </p:spPr>
      </p:pic>
      <p:sp>
        <p:nvSpPr>
          <p:cNvPr id="7" name="TextBox 6">
            <a:extLst>
              <a:ext uri="{FF2B5EF4-FFF2-40B4-BE49-F238E27FC236}">
                <a16:creationId xmlns:a16="http://schemas.microsoft.com/office/drawing/2014/main" id="{6BDCA773-AC50-F78F-C709-105718EE85A1}"/>
              </a:ext>
            </a:extLst>
          </p:cNvPr>
          <p:cNvSpPr txBox="1"/>
          <p:nvPr/>
        </p:nvSpPr>
        <p:spPr>
          <a:xfrm>
            <a:off x="2698172" y="3476500"/>
            <a:ext cx="9144000" cy="1323439"/>
          </a:xfrm>
          <a:prstGeom prst="rect">
            <a:avLst/>
          </a:prstGeom>
          <a:noFill/>
        </p:spPr>
        <p:txBody>
          <a:bodyPr wrap="square" rtlCol="0">
            <a:spAutoFit/>
          </a:bodyPr>
          <a:lstStyle/>
          <a:p>
            <a:r>
              <a:rPr lang="en-US" sz="4000" b="1" dirty="0">
                <a:solidFill>
                  <a:schemeClr val="bg1"/>
                </a:solidFill>
                <a:latin typeface="open sans" panose="020B0606030504020204" pitchFamily="34" charset="0"/>
                <a:ea typeface="open sans" panose="020B0606030504020204" pitchFamily="34" charset="0"/>
                <a:cs typeface="open sans" panose="020B0606030504020204" pitchFamily="34" charset="0"/>
              </a:rPr>
              <a:t>HALAL AUDITING TRAINING: </a:t>
            </a:r>
          </a:p>
          <a:p>
            <a:r>
              <a:rPr lang="en-US" sz="4000" b="1" dirty="0">
                <a:solidFill>
                  <a:schemeClr val="bg1"/>
                </a:solidFill>
                <a:latin typeface="open sans" panose="020B0606030504020204" pitchFamily="34" charset="0"/>
                <a:ea typeface="open sans" panose="020B0606030504020204" pitchFamily="34" charset="0"/>
                <a:cs typeface="open sans" panose="020B0606030504020204" pitchFamily="34" charset="0"/>
              </a:rPr>
              <a:t>CU 1 &amp; CU 2</a:t>
            </a:r>
          </a:p>
        </p:txBody>
      </p:sp>
      <p:sp>
        <p:nvSpPr>
          <p:cNvPr id="9" name="TextBox 8">
            <a:extLst>
              <a:ext uri="{FF2B5EF4-FFF2-40B4-BE49-F238E27FC236}">
                <a16:creationId xmlns:a16="http://schemas.microsoft.com/office/drawing/2014/main" id="{E5DF0871-08BC-056D-D87A-4CDB5176E53B}"/>
              </a:ext>
            </a:extLst>
          </p:cNvPr>
          <p:cNvSpPr txBox="1"/>
          <p:nvPr/>
        </p:nvSpPr>
        <p:spPr>
          <a:xfrm>
            <a:off x="499358" y="1448283"/>
            <a:ext cx="1654638" cy="338554"/>
          </a:xfrm>
          <a:prstGeom prst="rect">
            <a:avLst/>
          </a:prstGeom>
          <a:noFill/>
        </p:spPr>
        <p:txBody>
          <a:bodyPr wrap="square" rtlCol="0">
            <a:spAutoFit/>
          </a:bodyPr>
          <a:lstStyle/>
          <a:p>
            <a:pPr algn="ctr"/>
            <a:r>
              <a:rPr lang="en-US" sz="800" b="1" dirty="0">
                <a:solidFill>
                  <a:schemeClr val="bg1"/>
                </a:solidFill>
                <a:latin typeface="Arial" panose="020B0604020202020204" pitchFamily="34" charset="0"/>
                <a:cs typeface="Arial" panose="020B0604020202020204" pitchFamily="34" charset="0"/>
              </a:rPr>
              <a:t>Ministry of Investment, Trade &amp; Industry</a:t>
            </a:r>
          </a:p>
        </p:txBody>
      </p:sp>
      <p:sp>
        <p:nvSpPr>
          <p:cNvPr id="10" name="TextBox 9">
            <a:extLst>
              <a:ext uri="{FF2B5EF4-FFF2-40B4-BE49-F238E27FC236}">
                <a16:creationId xmlns:a16="http://schemas.microsoft.com/office/drawing/2014/main" id="{86A657DF-45FF-D411-11F9-4A6C93F6D6BA}"/>
              </a:ext>
            </a:extLst>
          </p:cNvPr>
          <p:cNvSpPr txBox="1"/>
          <p:nvPr/>
        </p:nvSpPr>
        <p:spPr>
          <a:xfrm>
            <a:off x="2698172" y="6014253"/>
            <a:ext cx="6240482" cy="523220"/>
          </a:xfrm>
          <a:prstGeom prst="rect">
            <a:avLst/>
          </a:prstGeom>
          <a:noFill/>
        </p:spPr>
        <p:txBody>
          <a:bodyPr wrap="square">
            <a:spAutoFit/>
          </a:bodyPr>
          <a:lstStyle/>
          <a:p>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HALAL TRAINING INSTITUTE (HTI)</a:t>
            </a:r>
          </a:p>
        </p:txBody>
      </p:sp>
    </p:spTree>
    <p:extLst>
      <p:ext uri="{BB962C8B-B14F-4D97-AF65-F5344CB8AC3E}">
        <p14:creationId xmlns:p14="http://schemas.microsoft.com/office/powerpoint/2010/main" val="42198074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EB566-224C-1875-E20F-F3C73DF1EA82}"/>
              </a:ext>
            </a:extLst>
          </p:cNvPr>
          <p:cNvSpPr>
            <a:spLocks noGrp="1"/>
          </p:cNvSpPr>
          <p:nvPr>
            <p:ph type="title"/>
          </p:nvPr>
        </p:nvSpPr>
        <p:spPr/>
        <p:txBody>
          <a:bodyPr/>
          <a:lstStyle/>
          <a:p>
            <a:r>
              <a:rPr lang="en-MY" b="1" dirty="0">
                <a:latin typeface="+mn-lt"/>
              </a:rPr>
              <a:t>TRAINING AGENDA</a:t>
            </a:r>
          </a:p>
        </p:txBody>
      </p:sp>
      <p:graphicFrame>
        <p:nvGraphicFramePr>
          <p:cNvPr id="7" name="Content Placeholder 6">
            <a:extLst>
              <a:ext uri="{FF2B5EF4-FFF2-40B4-BE49-F238E27FC236}">
                <a16:creationId xmlns:a16="http://schemas.microsoft.com/office/drawing/2014/main" id="{81F7EF55-C256-56E1-C377-4D1D7ECD87F5}"/>
              </a:ext>
            </a:extLst>
          </p:cNvPr>
          <p:cNvGraphicFramePr>
            <a:graphicFrameLocks noGrp="1"/>
          </p:cNvGraphicFramePr>
          <p:nvPr>
            <p:ph idx="1"/>
            <p:extLst>
              <p:ext uri="{D42A27DB-BD31-4B8C-83A1-F6EECF244321}">
                <p14:modId xmlns:p14="http://schemas.microsoft.com/office/powerpoint/2010/main" val="3310692882"/>
              </p:ext>
            </p:extLst>
          </p:nvPr>
        </p:nvGraphicFramePr>
        <p:xfrm>
          <a:off x="280057" y="1266825"/>
          <a:ext cx="11690269" cy="4910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3C81A051-FAAB-0A7F-BAA2-9CF409020BE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 2025 HDC Berhad </a:t>
            </a:r>
          </a:p>
        </p:txBody>
      </p:sp>
      <p:sp>
        <p:nvSpPr>
          <p:cNvPr id="5" name="Footer Placeholder 4">
            <a:extLst>
              <a:ext uri="{FF2B5EF4-FFF2-40B4-BE49-F238E27FC236}">
                <a16:creationId xmlns:a16="http://schemas.microsoft.com/office/drawing/2014/main" id="{34AA1F0B-D677-AE93-A23A-3CE75DE0EB3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www.hdcglobal.com</a:t>
            </a:r>
          </a:p>
        </p:txBody>
      </p:sp>
      <p:sp>
        <p:nvSpPr>
          <p:cNvPr id="6" name="Slide Number Placeholder 5">
            <a:extLst>
              <a:ext uri="{FF2B5EF4-FFF2-40B4-BE49-F238E27FC236}">
                <a16:creationId xmlns:a16="http://schemas.microsoft.com/office/drawing/2014/main" id="{5CF125A1-F8A6-75DC-1D45-5D7FFE72A9C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2FB115-6801-42A4-BE77-362A1186730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51638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3E1C4-3485-CE04-04A3-BA6CF9B769B3}"/>
              </a:ext>
            </a:extLst>
          </p:cNvPr>
          <p:cNvSpPr>
            <a:spLocks noGrp="1"/>
          </p:cNvSpPr>
          <p:nvPr>
            <p:ph type="title"/>
          </p:nvPr>
        </p:nvSpPr>
        <p:spPr/>
        <p:txBody>
          <a:bodyPr/>
          <a:lstStyle/>
          <a:p>
            <a:r>
              <a:rPr lang="en-MY" dirty="0"/>
              <a:t>HALAL AUDITING – THE OBJECTIVES</a:t>
            </a:r>
          </a:p>
        </p:txBody>
      </p:sp>
      <p:graphicFrame>
        <p:nvGraphicFramePr>
          <p:cNvPr id="7" name="Content Placeholder 6">
            <a:extLst>
              <a:ext uri="{FF2B5EF4-FFF2-40B4-BE49-F238E27FC236}">
                <a16:creationId xmlns:a16="http://schemas.microsoft.com/office/drawing/2014/main" id="{C1C8D0AC-BE5F-73DE-9658-0CECF4BF5FD9}"/>
              </a:ext>
            </a:extLst>
          </p:cNvPr>
          <p:cNvGraphicFramePr>
            <a:graphicFrameLocks noGrp="1"/>
          </p:cNvGraphicFramePr>
          <p:nvPr>
            <p:ph idx="1"/>
            <p:extLst>
              <p:ext uri="{D42A27DB-BD31-4B8C-83A1-F6EECF244321}">
                <p14:modId xmlns:p14="http://schemas.microsoft.com/office/powerpoint/2010/main" val="2652699894"/>
              </p:ext>
            </p:extLst>
          </p:nvPr>
        </p:nvGraphicFramePr>
        <p:xfrm>
          <a:off x="838202" y="1267281"/>
          <a:ext cx="10515600" cy="49096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1EF85669-D64B-FF7E-6D44-13A9F5065707}"/>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53E819AE-2C92-45D4-D5E1-02B5892D9AFD}"/>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28D99A2C-5868-D5B9-DEBE-A6A37247D625}"/>
              </a:ext>
            </a:extLst>
          </p:cNvPr>
          <p:cNvSpPr>
            <a:spLocks noGrp="1"/>
          </p:cNvSpPr>
          <p:nvPr>
            <p:ph type="sldNum" sz="quarter" idx="12"/>
          </p:nvPr>
        </p:nvSpPr>
        <p:spPr/>
        <p:txBody>
          <a:bodyPr/>
          <a:lstStyle/>
          <a:p>
            <a:fld id="{FB2FB115-6801-42A4-BE77-362A11867301}" type="slidenum">
              <a:rPr lang="en-US" smtClean="0"/>
              <a:t>3</a:t>
            </a:fld>
            <a:endParaRPr lang="en-US"/>
          </a:p>
        </p:txBody>
      </p:sp>
    </p:spTree>
    <p:extLst>
      <p:ext uri="{BB962C8B-B14F-4D97-AF65-F5344CB8AC3E}">
        <p14:creationId xmlns:p14="http://schemas.microsoft.com/office/powerpoint/2010/main" val="13106836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D9295-48BD-4E78-EC9E-BC1C4194590C}"/>
              </a:ext>
            </a:extLst>
          </p:cNvPr>
          <p:cNvSpPr>
            <a:spLocks noGrp="1"/>
          </p:cNvSpPr>
          <p:nvPr>
            <p:ph type="title"/>
          </p:nvPr>
        </p:nvSpPr>
        <p:spPr/>
        <p:txBody>
          <a:bodyPr>
            <a:normAutofit/>
          </a:bodyPr>
          <a:lstStyle/>
          <a:p>
            <a:r>
              <a:rPr lang="en-US" dirty="0"/>
              <a:t>HISTORY AND CURRENT AUDIT TREND</a:t>
            </a:r>
            <a:endParaRPr lang="en-MY" dirty="0"/>
          </a:p>
        </p:txBody>
      </p:sp>
      <p:sp>
        <p:nvSpPr>
          <p:cNvPr id="3" name="Content Placeholder 2">
            <a:extLst>
              <a:ext uri="{FF2B5EF4-FFF2-40B4-BE49-F238E27FC236}">
                <a16:creationId xmlns:a16="http://schemas.microsoft.com/office/drawing/2014/main" id="{A370BBE5-D662-B593-2AEE-D62E57B2FBCD}"/>
              </a:ext>
            </a:extLst>
          </p:cNvPr>
          <p:cNvSpPr>
            <a:spLocks noGrp="1"/>
          </p:cNvSpPr>
          <p:nvPr>
            <p:ph idx="1"/>
          </p:nvPr>
        </p:nvSpPr>
        <p:spPr/>
        <p:txBody>
          <a:bodyPr>
            <a:normAutofit/>
          </a:bodyPr>
          <a:lstStyle/>
          <a:p>
            <a:pPr algn="just"/>
            <a:r>
              <a:rPr lang="en-US" sz="2400" dirty="0">
                <a:solidFill>
                  <a:srgbClr val="000000"/>
                </a:solidFill>
                <a:cs typeface="Calibri" panose="020F0502020204030204" pitchFamily="34" charset="0"/>
              </a:rPr>
              <a:t>When people think 'audit', people think 'financial’. </a:t>
            </a:r>
          </a:p>
          <a:p>
            <a:pPr algn="just"/>
            <a:r>
              <a:rPr lang="en-US" sz="2400" dirty="0">
                <a:solidFill>
                  <a:srgbClr val="000000"/>
                </a:solidFill>
                <a:cs typeface="Calibri" panose="020F0502020204030204" pitchFamily="34" charset="0"/>
              </a:rPr>
              <a:t>In 1980s, that chain of thought was put to a stop and a new audit trend was introduced; audit is no longer exclusive only for financial matters. </a:t>
            </a:r>
          </a:p>
          <a:p>
            <a:pPr algn="just"/>
            <a:r>
              <a:rPr lang="en-US" sz="2400" dirty="0">
                <a:solidFill>
                  <a:srgbClr val="000000"/>
                </a:solidFill>
                <a:cs typeface="Calibri" panose="020F0502020204030204" pitchFamily="34" charset="0"/>
              </a:rPr>
              <a:t>In fact, it extends to other fields such as health and safety, medicine, education, intellectual property and environmental management.</a:t>
            </a:r>
          </a:p>
          <a:p>
            <a:pPr algn="just"/>
            <a:endParaRPr lang="en-MY" sz="2400" dirty="0"/>
          </a:p>
        </p:txBody>
      </p:sp>
      <p:sp>
        <p:nvSpPr>
          <p:cNvPr id="4" name="Date Placeholder 3">
            <a:extLst>
              <a:ext uri="{FF2B5EF4-FFF2-40B4-BE49-F238E27FC236}">
                <a16:creationId xmlns:a16="http://schemas.microsoft.com/office/drawing/2014/main" id="{A7111722-6656-4CFC-074A-231A7243B33F}"/>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3313838B-1768-C827-CD7E-3187759F6A7B}"/>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236FF0F8-DDB1-4F04-3262-23CC0A45F376}"/>
              </a:ext>
            </a:extLst>
          </p:cNvPr>
          <p:cNvSpPr>
            <a:spLocks noGrp="1"/>
          </p:cNvSpPr>
          <p:nvPr>
            <p:ph type="sldNum" sz="quarter" idx="12"/>
          </p:nvPr>
        </p:nvSpPr>
        <p:spPr/>
        <p:txBody>
          <a:bodyPr/>
          <a:lstStyle/>
          <a:p>
            <a:fld id="{FB2FB115-6801-42A4-BE77-362A11867301}" type="slidenum">
              <a:rPr lang="en-US" smtClean="0"/>
              <a:t>4</a:t>
            </a:fld>
            <a:endParaRPr lang="en-US"/>
          </a:p>
        </p:txBody>
      </p:sp>
      <p:pic>
        <p:nvPicPr>
          <p:cNvPr id="7" name="Picture 6">
            <a:extLst>
              <a:ext uri="{FF2B5EF4-FFF2-40B4-BE49-F238E27FC236}">
                <a16:creationId xmlns:a16="http://schemas.microsoft.com/office/drawing/2014/main" id="{AAB8E6F7-2CB2-54DE-AEE2-204001046A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4998" y="3267076"/>
            <a:ext cx="4473346" cy="3176834"/>
          </a:xfrm>
          <a:prstGeom prst="rect">
            <a:avLst/>
          </a:prstGeom>
        </p:spPr>
      </p:pic>
    </p:spTree>
    <p:extLst>
      <p:ext uri="{BB962C8B-B14F-4D97-AF65-F5344CB8AC3E}">
        <p14:creationId xmlns:p14="http://schemas.microsoft.com/office/powerpoint/2010/main" val="23256764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69719-F52D-AF23-DBED-745AF7CB8211}"/>
              </a:ext>
            </a:extLst>
          </p:cNvPr>
          <p:cNvSpPr>
            <a:spLocks noGrp="1"/>
          </p:cNvSpPr>
          <p:nvPr>
            <p:ph type="title"/>
          </p:nvPr>
        </p:nvSpPr>
        <p:spPr/>
        <p:txBody>
          <a:bodyPr/>
          <a:lstStyle/>
          <a:p>
            <a:r>
              <a:rPr lang="en-MY" dirty="0"/>
              <a:t>DEFINITION</a:t>
            </a:r>
          </a:p>
        </p:txBody>
      </p:sp>
      <p:graphicFrame>
        <p:nvGraphicFramePr>
          <p:cNvPr id="7" name="Content Placeholder 6">
            <a:extLst>
              <a:ext uri="{FF2B5EF4-FFF2-40B4-BE49-F238E27FC236}">
                <a16:creationId xmlns:a16="http://schemas.microsoft.com/office/drawing/2014/main" id="{D7483769-DF11-7ED2-4CFC-BEF1B82F1EA5}"/>
              </a:ext>
            </a:extLst>
          </p:cNvPr>
          <p:cNvGraphicFramePr>
            <a:graphicFrameLocks noGrp="1"/>
          </p:cNvGraphicFramePr>
          <p:nvPr>
            <p:ph idx="1"/>
            <p:extLst>
              <p:ext uri="{D42A27DB-BD31-4B8C-83A1-F6EECF244321}">
                <p14:modId xmlns:p14="http://schemas.microsoft.com/office/powerpoint/2010/main" val="3916496779"/>
              </p:ext>
            </p:extLst>
          </p:nvPr>
        </p:nvGraphicFramePr>
        <p:xfrm>
          <a:off x="838202" y="1267281"/>
          <a:ext cx="10515600" cy="49096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A17C021C-3585-905A-EB37-23ECF4794AC9}"/>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A863A879-3578-01F3-0A59-1BAF6A4C9B44}"/>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3B073CC4-1DD0-5BCF-8E3D-BC332B58D8DF}"/>
              </a:ext>
            </a:extLst>
          </p:cNvPr>
          <p:cNvSpPr>
            <a:spLocks noGrp="1"/>
          </p:cNvSpPr>
          <p:nvPr>
            <p:ph type="sldNum" sz="quarter" idx="12"/>
          </p:nvPr>
        </p:nvSpPr>
        <p:spPr/>
        <p:txBody>
          <a:bodyPr/>
          <a:lstStyle/>
          <a:p>
            <a:fld id="{FB2FB115-6801-42A4-BE77-362A11867301}" type="slidenum">
              <a:rPr lang="en-US" smtClean="0"/>
              <a:t>5</a:t>
            </a:fld>
            <a:endParaRPr lang="en-US"/>
          </a:p>
        </p:txBody>
      </p:sp>
    </p:spTree>
    <p:extLst>
      <p:ext uri="{BB962C8B-B14F-4D97-AF65-F5344CB8AC3E}">
        <p14:creationId xmlns:p14="http://schemas.microsoft.com/office/powerpoint/2010/main" val="6186058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54177-57E5-5556-8084-4F875EA97DDA}"/>
              </a:ext>
            </a:extLst>
          </p:cNvPr>
          <p:cNvSpPr>
            <a:spLocks noGrp="1"/>
          </p:cNvSpPr>
          <p:nvPr>
            <p:ph type="title"/>
          </p:nvPr>
        </p:nvSpPr>
        <p:spPr/>
        <p:txBody>
          <a:bodyPr/>
          <a:lstStyle/>
          <a:p>
            <a:r>
              <a:rPr lang="en-MY" dirty="0"/>
              <a:t>DEFINITION</a:t>
            </a:r>
          </a:p>
        </p:txBody>
      </p:sp>
      <p:sp>
        <p:nvSpPr>
          <p:cNvPr id="4" name="Date Placeholder 3">
            <a:extLst>
              <a:ext uri="{FF2B5EF4-FFF2-40B4-BE49-F238E27FC236}">
                <a16:creationId xmlns:a16="http://schemas.microsoft.com/office/drawing/2014/main" id="{6FE94820-384C-53E0-A9B7-225CC60AD6AE}"/>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B44FA47E-A277-BD6D-8EC6-5815BBE84A50}"/>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3EFB88C0-68B6-45ED-FDEF-9D936F4730C6}"/>
              </a:ext>
            </a:extLst>
          </p:cNvPr>
          <p:cNvSpPr>
            <a:spLocks noGrp="1"/>
          </p:cNvSpPr>
          <p:nvPr>
            <p:ph type="sldNum" sz="quarter" idx="12"/>
          </p:nvPr>
        </p:nvSpPr>
        <p:spPr/>
        <p:txBody>
          <a:bodyPr/>
          <a:lstStyle/>
          <a:p>
            <a:fld id="{FB2FB115-6801-42A4-BE77-362A11867301}" type="slidenum">
              <a:rPr lang="en-US" smtClean="0"/>
              <a:t>6</a:t>
            </a:fld>
            <a:endParaRPr lang="en-US"/>
          </a:p>
        </p:txBody>
      </p:sp>
      <p:pic>
        <p:nvPicPr>
          <p:cNvPr id="7" name="Content Placeholder 6">
            <a:extLst>
              <a:ext uri="{FF2B5EF4-FFF2-40B4-BE49-F238E27FC236}">
                <a16:creationId xmlns:a16="http://schemas.microsoft.com/office/drawing/2014/main" id="{0D732A97-D546-3E05-4011-1FEE3C5FB55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5469" y="1266825"/>
            <a:ext cx="7301061" cy="4910138"/>
          </a:xfrm>
          <a:prstGeom prst="rect">
            <a:avLst/>
          </a:prstGeom>
        </p:spPr>
      </p:pic>
    </p:spTree>
    <p:extLst>
      <p:ext uri="{BB962C8B-B14F-4D97-AF65-F5344CB8AC3E}">
        <p14:creationId xmlns:p14="http://schemas.microsoft.com/office/powerpoint/2010/main" val="10947685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91057-1707-96C5-8E56-0DE8FF4592F5}"/>
              </a:ext>
            </a:extLst>
          </p:cNvPr>
          <p:cNvSpPr>
            <a:spLocks noGrp="1"/>
          </p:cNvSpPr>
          <p:nvPr>
            <p:ph type="title"/>
          </p:nvPr>
        </p:nvSpPr>
        <p:spPr/>
        <p:txBody>
          <a:bodyPr/>
          <a:lstStyle/>
          <a:p>
            <a:r>
              <a:rPr lang="en-MY" dirty="0"/>
              <a:t>Types of Audit</a:t>
            </a:r>
          </a:p>
        </p:txBody>
      </p:sp>
      <p:graphicFrame>
        <p:nvGraphicFramePr>
          <p:cNvPr id="7" name="Content Placeholder 6">
            <a:extLst>
              <a:ext uri="{FF2B5EF4-FFF2-40B4-BE49-F238E27FC236}">
                <a16:creationId xmlns:a16="http://schemas.microsoft.com/office/drawing/2014/main" id="{C9F80AB3-2920-DDD8-FBE5-30C341028B41}"/>
              </a:ext>
            </a:extLst>
          </p:cNvPr>
          <p:cNvGraphicFramePr>
            <a:graphicFrameLocks noGrp="1"/>
          </p:cNvGraphicFramePr>
          <p:nvPr>
            <p:ph idx="1"/>
            <p:extLst>
              <p:ext uri="{D42A27DB-BD31-4B8C-83A1-F6EECF244321}">
                <p14:modId xmlns:p14="http://schemas.microsoft.com/office/powerpoint/2010/main" val="584214490"/>
              </p:ext>
            </p:extLst>
          </p:nvPr>
        </p:nvGraphicFramePr>
        <p:xfrm>
          <a:off x="838202" y="1543791"/>
          <a:ext cx="10515600" cy="46331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5345CD42-3FDB-F671-515B-2FD2FE58816F}"/>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E3DA98A4-526C-3525-361B-87C8F91548CC}"/>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DBA07512-B976-A922-D041-59451AC63E86}"/>
              </a:ext>
            </a:extLst>
          </p:cNvPr>
          <p:cNvSpPr>
            <a:spLocks noGrp="1"/>
          </p:cNvSpPr>
          <p:nvPr>
            <p:ph type="sldNum" sz="quarter" idx="12"/>
          </p:nvPr>
        </p:nvSpPr>
        <p:spPr/>
        <p:txBody>
          <a:bodyPr/>
          <a:lstStyle/>
          <a:p>
            <a:fld id="{FB2FB115-6801-42A4-BE77-362A11867301}" type="slidenum">
              <a:rPr lang="en-US" smtClean="0"/>
              <a:t>7</a:t>
            </a:fld>
            <a:endParaRPr lang="en-US"/>
          </a:p>
        </p:txBody>
      </p:sp>
    </p:spTree>
    <p:extLst>
      <p:ext uri="{BB962C8B-B14F-4D97-AF65-F5344CB8AC3E}">
        <p14:creationId xmlns:p14="http://schemas.microsoft.com/office/powerpoint/2010/main" val="29447080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1DF2E-A273-8470-4462-F34F30F9B33F}"/>
              </a:ext>
            </a:extLst>
          </p:cNvPr>
          <p:cNvSpPr>
            <a:spLocks noGrp="1"/>
          </p:cNvSpPr>
          <p:nvPr>
            <p:ph type="title"/>
          </p:nvPr>
        </p:nvSpPr>
        <p:spPr/>
        <p:txBody>
          <a:bodyPr/>
          <a:lstStyle/>
          <a:p>
            <a:r>
              <a:rPr lang="en-MY" dirty="0"/>
              <a:t>INTERNAL AUDIT</a:t>
            </a:r>
          </a:p>
        </p:txBody>
      </p:sp>
      <p:sp>
        <p:nvSpPr>
          <p:cNvPr id="3" name="Content Placeholder 2">
            <a:extLst>
              <a:ext uri="{FF2B5EF4-FFF2-40B4-BE49-F238E27FC236}">
                <a16:creationId xmlns:a16="http://schemas.microsoft.com/office/drawing/2014/main" id="{CA90148C-DE56-F7DF-42DD-FB759A90C3B3}"/>
              </a:ext>
            </a:extLst>
          </p:cNvPr>
          <p:cNvSpPr>
            <a:spLocks noGrp="1"/>
          </p:cNvSpPr>
          <p:nvPr>
            <p:ph idx="1"/>
          </p:nvPr>
        </p:nvSpPr>
        <p:spPr/>
        <p:txBody>
          <a:bodyPr/>
          <a:lstStyle/>
          <a:p>
            <a:pPr marL="0" indent="0">
              <a:buNone/>
            </a:pPr>
            <a:r>
              <a:rPr lang="en-MY" b="1" dirty="0"/>
              <a:t>GENERAL</a:t>
            </a:r>
          </a:p>
          <a:p>
            <a:r>
              <a:rPr lang="en-US" dirty="0"/>
              <a:t>An audit conducted inside the </a:t>
            </a:r>
            <a:r>
              <a:rPr lang="en-MY" dirty="0"/>
              <a:t>organization and by the organization’s own staffs to </a:t>
            </a:r>
            <a:r>
              <a:rPr lang="en-US" dirty="0"/>
              <a:t>confirm to management that their </a:t>
            </a:r>
            <a:r>
              <a:rPr lang="en-MY" dirty="0"/>
              <a:t>documented system is working effectively.</a:t>
            </a:r>
          </a:p>
          <a:p>
            <a:endParaRPr lang="en-MY" dirty="0"/>
          </a:p>
          <a:p>
            <a:pPr marL="0" indent="0">
              <a:buNone/>
            </a:pPr>
            <a:r>
              <a:rPr lang="en-MY" b="1" dirty="0">
                <a:highlight>
                  <a:srgbClr val="FFFF00"/>
                </a:highlight>
              </a:rPr>
              <a:t>FIRST PARTY AUDIT</a:t>
            </a:r>
          </a:p>
        </p:txBody>
      </p:sp>
      <p:sp>
        <p:nvSpPr>
          <p:cNvPr id="4" name="Date Placeholder 3">
            <a:extLst>
              <a:ext uri="{FF2B5EF4-FFF2-40B4-BE49-F238E27FC236}">
                <a16:creationId xmlns:a16="http://schemas.microsoft.com/office/drawing/2014/main" id="{AAB6BD3A-B002-C1D5-7870-6EFFB2876EDF}"/>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698A25BD-C643-9257-9326-D92BC1FDEDBE}"/>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61879AC6-917E-76A4-39C7-AA212EA824C6}"/>
              </a:ext>
            </a:extLst>
          </p:cNvPr>
          <p:cNvSpPr>
            <a:spLocks noGrp="1"/>
          </p:cNvSpPr>
          <p:nvPr>
            <p:ph type="sldNum" sz="quarter" idx="12"/>
          </p:nvPr>
        </p:nvSpPr>
        <p:spPr/>
        <p:txBody>
          <a:bodyPr/>
          <a:lstStyle/>
          <a:p>
            <a:fld id="{FB2FB115-6801-42A4-BE77-362A11867301}" type="slidenum">
              <a:rPr lang="en-US" smtClean="0"/>
              <a:t>8</a:t>
            </a:fld>
            <a:endParaRPr lang="en-US"/>
          </a:p>
        </p:txBody>
      </p:sp>
    </p:spTree>
    <p:extLst>
      <p:ext uri="{BB962C8B-B14F-4D97-AF65-F5344CB8AC3E}">
        <p14:creationId xmlns:p14="http://schemas.microsoft.com/office/powerpoint/2010/main" val="33478704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AB664-C69F-079D-2F24-DA2C9E01F2CE}"/>
              </a:ext>
            </a:extLst>
          </p:cNvPr>
          <p:cNvSpPr>
            <a:spLocks noGrp="1"/>
          </p:cNvSpPr>
          <p:nvPr>
            <p:ph type="title"/>
          </p:nvPr>
        </p:nvSpPr>
        <p:spPr/>
        <p:txBody>
          <a:bodyPr/>
          <a:lstStyle/>
          <a:p>
            <a:r>
              <a:rPr lang="en-MY" dirty="0"/>
              <a:t>External Audit</a:t>
            </a:r>
          </a:p>
        </p:txBody>
      </p:sp>
      <p:sp>
        <p:nvSpPr>
          <p:cNvPr id="3" name="Content Placeholder 2">
            <a:extLst>
              <a:ext uri="{FF2B5EF4-FFF2-40B4-BE49-F238E27FC236}">
                <a16:creationId xmlns:a16="http://schemas.microsoft.com/office/drawing/2014/main" id="{02D82C5F-AD23-5145-B5BA-D27C2E0FEBFC}"/>
              </a:ext>
            </a:extLst>
          </p:cNvPr>
          <p:cNvSpPr>
            <a:spLocks noGrp="1"/>
          </p:cNvSpPr>
          <p:nvPr>
            <p:ph idx="1"/>
          </p:nvPr>
        </p:nvSpPr>
        <p:spPr/>
        <p:txBody>
          <a:bodyPr>
            <a:normAutofit/>
          </a:bodyPr>
          <a:lstStyle/>
          <a:p>
            <a:pPr marL="0" indent="0" algn="just">
              <a:buNone/>
            </a:pPr>
            <a:r>
              <a:rPr lang="en-US" dirty="0"/>
              <a:t>External audit is an audit </a:t>
            </a:r>
            <a:r>
              <a:rPr lang="en-MY" dirty="0"/>
              <a:t>conducted outside one’s own organization</a:t>
            </a:r>
          </a:p>
          <a:p>
            <a:pPr marL="0" indent="0" algn="just">
              <a:buNone/>
            </a:pPr>
            <a:endParaRPr lang="en-MY" sz="1200" dirty="0"/>
          </a:p>
          <a:p>
            <a:pPr marL="0" indent="0" algn="just">
              <a:buNone/>
            </a:pPr>
            <a:r>
              <a:rPr lang="en-MY" b="1" dirty="0"/>
              <a:t>Second Party Audit</a:t>
            </a:r>
          </a:p>
          <a:p>
            <a:pPr algn="just"/>
            <a:r>
              <a:rPr lang="en-MY" dirty="0"/>
              <a:t>Audit conducted by one company on another company to examine the </a:t>
            </a:r>
            <a:r>
              <a:rPr lang="en-US" dirty="0"/>
              <a:t>ability to implement and in </a:t>
            </a:r>
            <a:r>
              <a:rPr lang="en-MY" dirty="0"/>
              <a:t>compliance with the contract requirements</a:t>
            </a:r>
          </a:p>
          <a:p>
            <a:pPr marL="0" indent="0" algn="just">
              <a:buNone/>
            </a:pPr>
            <a:endParaRPr lang="en-MY" dirty="0"/>
          </a:p>
          <a:p>
            <a:pPr marL="0" indent="0" algn="just">
              <a:buNone/>
            </a:pPr>
            <a:r>
              <a:rPr lang="en-MY" b="1" dirty="0"/>
              <a:t>Third Party Audit</a:t>
            </a:r>
          </a:p>
          <a:p>
            <a:pPr algn="just"/>
            <a:r>
              <a:rPr lang="en-MY" dirty="0"/>
              <a:t>Audit involving an independent body to which would certified companies as complying with the desired regulatory or standard.</a:t>
            </a:r>
          </a:p>
        </p:txBody>
      </p:sp>
      <p:sp>
        <p:nvSpPr>
          <p:cNvPr id="4" name="Date Placeholder 3">
            <a:extLst>
              <a:ext uri="{FF2B5EF4-FFF2-40B4-BE49-F238E27FC236}">
                <a16:creationId xmlns:a16="http://schemas.microsoft.com/office/drawing/2014/main" id="{957194F7-3229-E068-F5E0-4EFD37861DD7}"/>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E3554AB8-1EC1-7151-26B8-395FCED001EC}"/>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AFFABE3C-EBED-6380-EA51-B4589369A5B7}"/>
              </a:ext>
            </a:extLst>
          </p:cNvPr>
          <p:cNvSpPr>
            <a:spLocks noGrp="1"/>
          </p:cNvSpPr>
          <p:nvPr>
            <p:ph type="sldNum" sz="quarter" idx="12"/>
          </p:nvPr>
        </p:nvSpPr>
        <p:spPr/>
        <p:txBody>
          <a:bodyPr/>
          <a:lstStyle/>
          <a:p>
            <a:fld id="{FB2FB115-6801-42A4-BE77-362A11867301}" type="slidenum">
              <a:rPr lang="en-US" smtClean="0"/>
              <a:t>9</a:t>
            </a:fld>
            <a:endParaRPr lang="en-US"/>
          </a:p>
        </p:txBody>
      </p:sp>
    </p:spTree>
    <p:extLst>
      <p:ext uri="{BB962C8B-B14F-4D97-AF65-F5344CB8AC3E}">
        <p14:creationId xmlns:p14="http://schemas.microsoft.com/office/powerpoint/2010/main" val="30773074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6689E-B5D7-9203-CBE0-E23EE0E468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0811C-702A-F577-4191-B4D830DD31B5}"/>
              </a:ext>
            </a:extLst>
          </p:cNvPr>
          <p:cNvSpPr>
            <a:spLocks noGrp="1"/>
          </p:cNvSpPr>
          <p:nvPr>
            <p:ph type="title"/>
          </p:nvPr>
        </p:nvSpPr>
        <p:spPr/>
        <p:txBody>
          <a:bodyPr/>
          <a:lstStyle/>
          <a:p>
            <a:r>
              <a:rPr lang="en-MY" dirty="0"/>
              <a:t>SECOND PARTY AUDIT</a:t>
            </a:r>
          </a:p>
        </p:txBody>
      </p:sp>
      <p:sp>
        <p:nvSpPr>
          <p:cNvPr id="3" name="Content Placeholder 2">
            <a:extLst>
              <a:ext uri="{FF2B5EF4-FFF2-40B4-BE49-F238E27FC236}">
                <a16:creationId xmlns:a16="http://schemas.microsoft.com/office/drawing/2014/main" id="{D34AEF60-AA57-9B14-05A0-7A7F8ABD678A}"/>
              </a:ext>
            </a:extLst>
          </p:cNvPr>
          <p:cNvSpPr>
            <a:spLocks noGrp="1"/>
          </p:cNvSpPr>
          <p:nvPr>
            <p:ph idx="1"/>
          </p:nvPr>
        </p:nvSpPr>
        <p:spPr/>
        <p:txBody>
          <a:bodyPr/>
          <a:lstStyle/>
          <a:p>
            <a:pPr marL="0" indent="0">
              <a:buNone/>
            </a:pPr>
            <a:r>
              <a:rPr lang="en-MY" b="1" dirty="0">
                <a:highlight>
                  <a:srgbClr val="FFFF00"/>
                </a:highlight>
              </a:rPr>
              <a:t>Reasons for supplier audit:</a:t>
            </a:r>
          </a:p>
          <a:p>
            <a:r>
              <a:rPr lang="en-US" dirty="0"/>
              <a:t>provide comprehensive information for selecting, grading and approving the organization’s suppliers</a:t>
            </a:r>
          </a:p>
          <a:p>
            <a:r>
              <a:rPr lang="en-US" dirty="0"/>
              <a:t>increase confident and mutual understanding of halal requirements between organization and </a:t>
            </a:r>
            <a:r>
              <a:rPr lang="en-MY" dirty="0"/>
              <a:t>suppliers.</a:t>
            </a:r>
          </a:p>
          <a:p>
            <a:r>
              <a:rPr lang="en-US" dirty="0"/>
              <a:t>fulfil the requirement for Malaysia Halal Assurance System under General requirement for Raw Material </a:t>
            </a:r>
            <a:r>
              <a:rPr lang="en-MY" dirty="0"/>
              <a:t>Control</a:t>
            </a:r>
          </a:p>
        </p:txBody>
      </p:sp>
      <p:sp>
        <p:nvSpPr>
          <p:cNvPr id="4" name="Date Placeholder 3">
            <a:extLst>
              <a:ext uri="{FF2B5EF4-FFF2-40B4-BE49-F238E27FC236}">
                <a16:creationId xmlns:a16="http://schemas.microsoft.com/office/drawing/2014/main" id="{4CEEE192-342D-AB3E-1490-DF0406CA807D}"/>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200C8363-9F3D-131B-63B3-3E6BEAE3D199}"/>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AF54258F-7618-7FF5-633E-787A03449399}"/>
              </a:ext>
            </a:extLst>
          </p:cNvPr>
          <p:cNvSpPr>
            <a:spLocks noGrp="1"/>
          </p:cNvSpPr>
          <p:nvPr>
            <p:ph type="sldNum" sz="quarter" idx="12"/>
          </p:nvPr>
        </p:nvSpPr>
        <p:spPr/>
        <p:txBody>
          <a:bodyPr/>
          <a:lstStyle/>
          <a:p>
            <a:fld id="{FB2FB115-6801-42A4-BE77-362A11867301}" type="slidenum">
              <a:rPr lang="en-US" smtClean="0"/>
              <a:t>10</a:t>
            </a:fld>
            <a:endParaRPr lang="en-US"/>
          </a:p>
        </p:txBody>
      </p:sp>
    </p:spTree>
    <p:extLst>
      <p:ext uri="{BB962C8B-B14F-4D97-AF65-F5344CB8AC3E}">
        <p14:creationId xmlns:p14="http://schemas.microsoft.com/office/powerpoint/2010/main" val="35571636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12F75-8AAF-658D-C439-3AFBE68785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354B1-203D-B270-796F-5F2EFD17AFF9}"/>
              </a:ext>
            </a:extLst>
          </p:cNvPr>
          <p:cNvSpPr>
            <a:spLocks noGrp="1"/>
          </p:cNvSpPr>
          <p:nvPr>
            <p:ph type="title"/>
          </p:nvPr>
        </p:nvSpPr>
        <p:spPr/>
        <p:txBody>
          <a:bodyPr/>
          <a:lstStyle/>
          <a:p>
            <a:r>
              <a:rPr lang="en-MY" dirty="0"/>
              <a:t>THIRD PARTY AUDIT</a:t>
            </a:r>
          </a:p>
        </p:txBody>
      </p:sp>
      <p:sp>
        <p:nvSpPr>
          <p:cNvPr id="3" name="Content Placeholder 2">
            <a:extLst>
              <a:ext uri="{FF2B5EF4-FFF2-40B4-BE49-F238E27FC236}">
                <a16:creationId xmlns:a16="http://schemas.microsoft.com/office/drawing/2014/main" id="{785462E0-4226-D361-6720-226BDEF8C168}"/>
              </a:ext>
            </a:extLst>
          </p:cNvPr>
          <p:cNvSpPr>
            <a:spLocks noGrp="1"/>
          </p:cNvSpPr>
          <p:nvPr>
            <p:ph idx="1"/>
          </p:nvPr>
        </p:nvSpPr>
        <p:spPr/>
        <p:txBody>
          <a:bodyPr/>
          <a:lstStyle/>
          <a:p>
            <a:pPr marL="0" indent="0" algn="just">
              <a:buNone/>
            </a:pPr>
            <a:r>
              <a:rPr lang="en-US" dirty="0"/>
              <a:t>Audit involving an independent body to which would certified companies as complying with the DESIRED </a:t>
            </a:r>
            <a:r>
              <a:rPr lang="en-MY" dirty="0"/>
              <a:t>REGULATORY OR STANDARD.</a:t>
            </a:r>
          </a:p>
        </p:txBody>
      </p:sp>
      <p:sp>
        <p:nvSpPr>
          <p:cNvPr id="4" name="Date Placeholder 3">
            <a:extLst>
              <a:ext uri="{FF2B5EF4-FFF2-40B4-BE49-F238E27FC236}">
                <a16:creationId xmlns:a16="http://schemas.microsoft.com/office/drawing/2014/main" id="{AC471109-E7AF-8AE3-EF73-231113F4213A}"/>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03EB6AC6-1E9A-9146-50A1-6835BC8173A6}"/>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F358AB0D-0488-6F7F-B9D2-571003940BC2}"/>
              </a:ext>
            </a:extLst>
          </p:cNvPr>
          <p:cNvSpPr>
            <a:spLocks noGrp="1"/>
          </p:cNvSpPr>
          <p:nvPr>
            <p:ph type="sldNum" sz="quarter" idx="12"/>
          </p:nvPr>
        </p:nvSpPr>
        <p:spPr/>
        <p:txBody>
          <a:bodyPr/>
          <a:lstStyle/>
          <a:p>
            <a:fld id="{FB2FB115-6801-42A4-BE77-362A11867301}" type="slidenum">
              <a:rPr lang="en-US" smtClean="0"/>
              <a:t>11</a:t>
            </a:fld>
            <a:endParaRPr lang="en-US"/>
          </a:p>
        </p:txBody>
      </p:sp>
      <p:pic>
        <p:nvPicPr>
          <p:cNvPr id="8" name="Picture 7">
            <a:extLst>
              <a:ext uri="{FF2B5EF4-FFF2-40B4-BE49-F238E27FC236}">
                <a16:creationId xmlns:a16="http://schemas.microsoft.com/office/drawing/2014/main" id="{CD49F8FD-4D23-0554-B61A-49994ABFECBA}"/>
              </a:ext>
            </a:extLst>
          </p:cNvPr>
          <p:cNvPicPr>
            <a:picLocks noChangeAspect="1"/>
          </p:cNvPicPr>
          <p:nvPr/>
        </p:nvPicPr>
        <p:blipFill>
          <a:blip r:embed="rId2"/>
          <a:stretch>
            <a:fillRect/>
          </a:stretch>
        </p:blipFill>
        <p:spPr>
          <a:xfrm>
            <a:off x="4816204" y="2760562"/>
            <a:ext cx="1157468" cy="1151681"/>
          </a:xfrm>
          <a:prstGeom prst="rect">
            <a:avLst/>
          </a:prstGeom>
        </p:spPr>
      </p:pic>
      <p:pic>
        <p:nvPicPr>
          <p:cNvPr id="10" name="Picture 9">
            <a:extLst>
              <a:ext uri="{FF2B5EF4-FFF2-40B4-BE49-F238E27FC236}">
                <a16:creationId xmlns:a16="http://schemas.microsoft.com/office/drawing/2014/main" id="{54C5CEC6-DE47-E756-032C-63A9498C9AD0}"/>
              </a:ext>
            </a:extLst>
          </p:cNvPr>
          <p:cNvPicPr>
            <a:picLocks noChangeAspect="1"/>
          </p:cNvPicPr>
          <p:nvPr/>
        </p:nvPicPr>
        <p:blipFill>
          <a:blip r:embed="rId3"/>
          <a:stretch>
            <a:fillRect/>
          </a:stretch>
        </p:blipFill>
        <p:spPr>
          <a:xfrm>
            <a:off x="7278066" y="2760562"/>
            <a:ext cx="1489416" cy="1601122"/>
          </a:xfrm>
          <a:prstGeom prst="rect">
            <a:avLst/>
          </a:prstGeom>
        </p:spPr>
      </p:pic>
      <p:pic>
        <p:nvPicPr>
          <p:cNvPr id="12" name="Picture 11">
            <a:extLst>
              <a:ext uri="{FF2B5EF4-FFF2-40B4-BE49-F238E27FC236}">
                <a16:creationId xmlns:a16="http://schemas.microsoft.com/office/drawing/2014/main" id="{1219A7A8-0216-D85F-2E6B-86819B1ED88A}"/>
              </a:ext>
            </a:extLst>
          </p:cNvPr>
          <p:cNvPicPr>
            <a:picLocks noChangeAspect="1"/>
          </p:cNvPicPr>
          <p:nvPr/>
        </p:nvPicPr>
        <p:blipFill>
          <a:blip r:embed="rId4"/>
          <a:stretch>
            <a:fillRect/>
          </a:stretch>
        </p:blipFill>
        <p:spPr>
          <a:xfrm>
            <a:off x="1711291" y="3458029"/>
            <a:ext cx="1296365" cy="1157468"/>
          </a:xfrm>
          <a:prstGeom prst="rect">
            <a:avLst/>
          </a:prstGeom>
        </p:spPr>
      </p:pic>
      <p:pic>
        <p:nvPicPr>
          <p:cNvPr id="14" name="Picture 13">
            <a:extLst>
              <a:ext uri="{FF2B5EF4-FFF2-40B4-BE49-F238E27FC236}">
                <a16:creationId xmlns:a16="http://schemas.microsoft.com/office/drawing/2014/main" id="{2C3158D3-1CA1-AE3B-DF0F-D7F50BD7A466}"/>
              </a:ext>
            </a:extLst>
          </p:cNvPr>
          <p:cNvPicPr>
            <a:picLocks noChangeAspect="1"/>
          </p:cNvPicPr>
          <p:nvPr/>
        </p:nvPicPr>
        <p:blipFill>
          <a:blip r:embed="rId5"/>
          <a:stretch>
            <a:fillRect/>
          </a:stretch>
        </p:blipFill>
        <p:spPr>
          <a:xfrm>
            <a:off x="3610988" y="3782950"/>
            <a:ext cx="1180618" cy="1157468"/>
          </a:xfrm>
          <a:prstGeom prst="rect">
            <a:avLst/>
          </a:prstGeom>
        </p:spPr>
      </p:pic>
      <p:pic>
        <p:nvPicPr>
          <p:cNvPr id="16" name="Picture 15">
            <a:extLst>
              <a:ext uri="{FF2B5EF4-FFF2-40B4-BE49-F238E27FC236}">
                <a16:creationId xmlns:a16="http://schemas.microsoft.com/office/drawing/2014/main" id="{D70A58D9-0638-B819-ABAD-AC8CD6A50F2E}"/>
              </a:ext>
            </a:extLst>
          </p:cNvPr>
          <p:cNvPicPr>
            <a:picLocks noChangeAspect="1"/>
          </p:cNvPicPr>
          <p:nvPr/>
        </p:nvPicPr>
        <p:blipFill>
          <a:blip r:embed="rId6"/>
          <a:stretch>
            <a:fillRect/>
          </a:stretch>
        </p:blipFill>
        <p:spPr>
          <a:xfrm>
            <a:off x="6282643" y="3903654"/>
            <a:ext cx="995423" cy="1423686"/>
          </a:xfrm>
          <a:prstGeom prst="rect">
            <a:avLst/>
          </a:prstGeom>
        </p:spPr>
      </p:pic>
    </p:spTree>
    <p:extLst>
      <p:ext uri="{BB962C8B-B14F-4D97-AF65-F5344CB8AC3E}">
        <p14:creationId xmlns:p14="http://schemas.microsoft.com/office/powerpoint/2010/main" val="976386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D81E4-F627-749E-319D-F412FF54A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301335-30AC-FA5A-388A-0D87EC7318BC}"/>
              </a:ext>
            </a:extLst>
          </p:cNvPr>
          <p:cNvSpPr>
            <a:spLocks noGrp="1"/>
          </p:cNvSpPr>
          <p:nvPr>
            <p:ph type="title"/>
          </p:nvPr>
        </p:nvSpPr>
        <p:spPr/>
        <p:txBody>
          <a:bodyPr/>
          <a:lstStyle/>
          <a:p>
            <a:r>
              <a:rPr lang="en-MY" dirty="0"/>
              <a:t>OTHER TYPE OF AUDIT</a:t>
            </a:r>
          </a:p>
        </p:txBody>
      </p:sp>
      <p:sp>
        <p:nvSpPr>
          <p:cNvPr id="3" name="Content Placeholder 2">
            <a:extLst>
              <a:ext uri="{FF2B5EF4-FFF2-40B4-BE49-F238E27FC236}">
                <a16:creationId xmlns:a16="http://schemas.microsoft.com/office/drawing/2014/main" id="{35499200-1CEE-05CA-CFAF-3CC1B37117D0}"/>
              </a:ext>
            </a:extLst>
          </p:cNvPr>
          <p:cNvSpPr>
            <a:spLocks noGrp="1"/>
          </p:cNvSpPr>
          <p:nvPr>
            <p:ph idx="1"/>
          </p:nvPr>
        </p:nvSpPr>
        <p:spPr/>
        <p:txBody>
          <a:bodyPr/>
          <a:lstStyle/>
          <a:p>
            <a:pPr marL="0" indent="0">
              <a:buNone/>
            </a:pPr>
            <a:r>
              <a:rPr lang="en-MY" b="1" dirty="0"/>
              <a:t>CATEGORIZATION</a:t>
            </a:r>
          </a:p>
          <a:p>
            <a:r>
              <a:rPr lang="en-US" dirty="0"/>
              <a:t>Scope of audit and reason for conducting audit</a:t>
            </a:r>
            <a:endParaRPr lang="en-MY" dirty="0"/>
          </a:p>
        </p:txBody>
      </p:sp>
      <p:sp>
        <p:nvSpPr>
          <p:cNvPr id="4" name="Date Placeholder 3">
            <a:extLst>
              <a:ext uri="{FF2B5EF4-FFF2-40B4-BE49-F238E27FC236}">
                <a16:creationId xmlns:a16="http://schemas.microsoft.com/office/drawing/2014/main" id="{C377BFE8-08EC-50E8-247C-2AD58C0E0621}"/>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D27F44E2-CE7E-10B4-1DC1-963F7B32B7FF}"/>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B599F657-F941-FD7C-E666-9F93DBB09EAC}"/>
              </a:ext>
            </a:extLst>
          </p:cNvPr>
          <p:cNvSpPr>
            <a:spLocks noGrp="1"/>
          </p:cNvSpPr>
          <p:nvPr>
            <p:ph type="sldNum" sz="quarter" idx="12"/>
          </p:nvPr>
        </p:nvSpPr>
        <p:spPr/>
        <p:txBody>
          <a:bodyPr/>
          <a:lstStyle/>
          <a:p>
            <a:fld id="{FB2FB115-6801-42A4-BE77-362A11867301}" type="slidenum">
              <a:rPr lang="en-US" smtClean="0"/>
              <a:t>12</a:t>
            </a:fld>
            <a:endParaRPr lang="en-US"/>
          </a:p>
        </p:txBody>
      </p:sp>
      <p:graphicFrame>
        <p:nvGraphicFramePr>
          <p:cNvPr id="10" name="Content Placeholder 6">
            <a:extLst>
              <a:ext uri="{FF2B5EF4-FFF2-40B4-BE49-F238E27FC236}">
                <a16:creationId xmlns:a16="http://schemas.microsoft.com/office/drawing/2014/main" id="{A0C1E954-01A6-8B0C-7891-5E3AADD9ED51}"/>
              </a:ext>
            </a:extLst>
          </p:cNvPr>
          <p:cNvGraphicFramePr>
            <a:graphicFrameLocks/>
          </p:cNvGraphicFramePr>
          <p:nvPr>
            <p:extLst>
              <p:ext uri="{D42A27DB-BD31-4B8C-83A1-F6EECF244321}">
                <p14:modId xmlns:p14="http://schemas.microsoft.com/office/powerpoint/2010/main" val="448043952"/>
              </p:ext>
            </p:extLst>
          </p:nvPr>
        </p:nvGraphicFramePr>
        <p:xfrm>
          <a:off x="990602" y="2553195"/>
          <a:ext cx="10515600" cy="2945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715102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3583B-EEC9-02D4-71D3-6100E52B41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302984-CF89-6678-399A-86C4065A3A3E}"/>
              </a:ext>
            </a:extLst>
          </p:cNvPr>
          <p:cNvSpPr>
            <a:spLocks noGrp="1"/>
          </p:cNvSpPr>
          <p:nvPr>
            <p:ph type="title"/>
          </p:nvPr>
        </p:nvSpPr>
        <p:spPr/>
        <p:txBody>
          <a:bodyPr/>
          <a:lstStyle/>
          <a:p>
            <a:r>
              <a:rPr lang="en-MY" dirty="0"/>
              <a:t>ADEQUACY AUDIT</a:t>
            </a:r>
          </a:p>
        </p:txBody>
      </p:sp>
      <p:sp>
        <p:nvSpPr>
          <p:cNvPr id="4" name="Date Placeholder 3">
            <a:extLst>
              <a:ext uri="{FF2B5EF4-FFF2-40B4-BE49-F238E27FC236}">
                <a16:creationId xmlns:a16="http://schemas.microsoft.com/office/drawing/2014/main" id="{055FFCCE-7D9C-B7D0-75C3-1876FC9E0204}"/>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19135B2F-E9A3-92E2-2FFF-E914D597B065}"/>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76871E6D-0D7F-D7EA-2C35-2A0836C634F8}"/>
              </a:ext>
            </a:extLst>
          </p:cNvPr>
          <p:cNvSpPr>
            <a:spLocks noGrp="1"/>
          </p:cNvSpPr>
          <p:nvPr>
            <p:ph type="sldNum" sz="quarter" idx="12"/>
          </p:nvPr>
        </p:nvSpPr>
        <p:spPr/>
        <p:txBody>
          <a:bodyPr/>
          <a:lstStyle/>
          <a:p>
            <a:fld id="{FB2FB115-6801-42A4-BE77-362A11867301}" type="slidenum">
              <a:rPr lang="en-US" smtClean="0"/>
              <a:t>13</a:t>
            </a:fld>
            <a:endParaRPr lang="en-US"/>
          </a:p>
        </p:txBody>
      </p:sp>
      <p:sp>
        <p:nvSpPr>
          <p:cNvPr id="9" name="Content Placeholder 8">
            <a:extLst>
              <a:ext uri="{FF2B5EF4-FFF2-40B4-BE49-F238E27FC236}">
                <a16:creationId xmlns:a16="http://schemas.microsoft.com/office/drawing/2014/main" id="{F3B97D11-436E-850B-8445-5A5F2E5FE48A}"/>
              </a:ext>
            </a:extLst>
          </p:cNvPr>
          <p:cNvSpPr>
            <a:spLocks noGrp="1"/>
          </p:cNvSpPr>
          <p:nvPr>
            <p:ph idx="1"/>
          </p:nvPr>
        </p:nvSpPr>
        <p:spPr/>
        <p:txBody>
          <a:bodyPr/>
          <a:lstStyle/>
          <a:p>
            <a:pPr algn="just"/>
            <a:r>
              <a:rPr lang="en-MY" dirty="0"/>
              <a:t>The availability, suitability and effectiveness of required documentation and records for </a:t>
            </a:r>
            <a:r>
              <a:rPr lang="en-US" dirty="0"/>
              <a:t>implementation of a system or </a:t>
            </a:r>
            <a:r>
              <a:rPr lang="en-MY" dirty="0"/>
              <a:t>certification requirements</a:t>
            </a:r>
          </a:p>
          <a:p>
            <a:pPr algn="just"/>
            <a:endParaRPr lang="en-MY" dirty="0"/>
          </a:p>
          <a:p>
            <a:pPr algn="just"/>
            <a:endParaRPr lang="en-MY" dirty="0"/>
          </a:p>
          <a:p>
            <a:pPr algn="just"/>
            <a:endParaRPr lang="en-MY" dirty="0"/>
          </a:p>
          <a:p>
            <a:r>
              <a:rPr lang="en-MY" dirty="0"/>
              <a:t>Example of required documentation :</a:t>
            </a:r>
          </a:p>
          <a:p>
            <a:r>
              <a:rPr lang="en-US" dirty="0"/>
              <a:t>Company policy, objective and scope</a:t>
            </a:r>
          </a:p>
          <a:p>
            <a:r>
              <a:rPr lang="en-MY" dirty="0"/>
              <a:t>Procedures</a:t>
            </a:r>
          </a:p>
        </p:txBody>
      </p:sp>
      <p:pic>
        <p:nvPicPr>
          <p:cNvPr id="11" name="Picture 10">
            <a:extLst>
              <a:ext uri="{FF2B5EF4-FFF2-40B4-BE49-F238E27FC236}">
                <a16:creationId xmlns:a16="http://schemas.microsoft.com/office/drawing/2014/main" id="{1466E955-7B31-EA89-07EC-7F3175E51649}"/>
              </a:ext>
            </a:extLst>
          </p:cNvPr>
          <p:cNvPicPr>
            <a:picLocks noChangeAspect="1"/>
          </p:cNvPicPr>
          <p:nvPr/>
        </p:nvPicPr>
        <p:blipFill>
          <a:blip r:embed="rId2"/>
          <a:stretch>
            <a:fillRect/>
          </a:stretch>
        </p:blipFill>
        <p:spPr>
          <a:xfrm>
            <a:off x="9215718" y="2477096"/>
            <a:ext cx="1791579" cy="2344860"/>
          </a:xfrm>
          <a:prstGeom prst="rect">
            <a:avLst/>
          </a:prstGeom>
        </p:spPr>
      </p:pic>
      <p:pic>
        <p:nvPicPr>
          <p:cNvPr id="13" name="Picture 12">
            <a:extLst>
              <a:ext uri="{FF2B5EF4-FFF2-40B4-BE49-F238E27FC236}">
                <a16:creationId xmlns:a16="http://schemas.microsoft.com/office/drawing/2014/main" id="{A80EEFBD-9966-E896-42C6-48B24CE00AE6}"/>
              </a:ext>
            </a:extLst>
          </p:cNvPr>
          <p:cNvPicPr>
            <a:picLocks noChangeAspect="1"/>
          </p:cNvPicPr>
          <p:nvPr/>
        </p:nvPicPr>
        <p:blipFill>
          <a:blip r:embed="rId3"/>
          <a:stretch>
            <a:fillRect/>
          </a:stretch>
        </p:blipFill>
        <p:spPr>
          <a:xfrm>
            <a:off x="8408894" y="2477096"/>
            <a:ext cx="699245" cy="2344860"/>
          </a:xfrm>
          <a:prstGeom prst="rect">
            <a:avLst/>
          </a:prstGeom>
        </p:spPr>
      </p:pic>
      <p:sp>
        <p:nvSpPr>
          <p:cNvPr id="15" name="TextBox 14">
            <a:extLst>
              <a:ext uri="{FF2B5EF4-FFF2-40B4-BE49-F238E27FC236}">
                <a16:creationId xmlns:a16="http://schemas.microsoft.com/office/drawing/2014/main" id="{80ED5AC6-5290-E93A-E757-D8C20FFFD09A}"/>
              </a:ext>
            </a:extLst>
          </p:cNvPr>
          <p:cNvSpPr txBox="1"/>
          <p:nvPr/>
        </p:nvSpPr>
        <p:spPr>
          <a:xfrm>
            <a:off x="981638" y="2640595"/>
            <a:ext cx="6113928" cy="830997"/>
          </a:xfrm>
          <a:prstGeom prst="rect">
            <a:avLst/>
          </a:prstGeom>
          <a:solidFill>
            <a:schemeClr val="accent2">
              <a:lumMod val="40000"/>
              <a:lumOff val="60000"/>
            </a:schemeClr>
          </a:solidFill>
        </p:spPr>
        <p:txBody>
          <a:bodyPr wrap="square">
            <a:spAutoFit/>
          </a:bodyPr>
          <a:lstStyle/>
          <a:p>
            <a:pPr algn="ctr"/>
            <a:r>
              <a:rPr lang="en-US" sz="2400" b="1" i="0" u="none" strike="noStrike" baseline="0" dirty="0">
                <a:solidFill>
                  <a:srgbClr val="333300"/>
                </a:solidFill>
              </a:rPr>
              <a:t>We usually did not </a:t>
            </a:r>
            <a:r>
              <a:rPr lang="en-US" sz="2400" b="1" i="0" u="none" strike="noStrike" baseline="0" dirty="0" err="1">
                <a:solidFill>
                  <a:srgbClr val="333300"/>
                </a:solidFill>
              </a:rPr>
              <a:t>realise</a:t>
            </a:r>
            <a:r>
              <a:rPr lang="en-US" sz="2400" b="1" i="0" u="none" strike="noStrike" baseline="0" dirty="0">
                <a:solidFill>
                  <a:srgbClr val="333300"/>
                </a:solidFill>
              </a:rPr>
              <a:t> we</a:t>
            </a:r>
          </a:p>
          <a:p>
            <a:pPr algn="ctr"/>
            <a:r>
              <a:rPr lang="en-MY" sz="2400" b="1" i="0" u="none" strike="noStrike" baseline="0" dirty="0">
                <a:solidFill>
                  <a:srgbClr val="333300"/>
                </a:solidFill>
              </a:rPr>
              <a:t>did this audit.</a:t>
            </a:r>
            <a:endParaRPr lang="en-MY" sz="2400" b="1" dirty="0"/>
          </a:p>
        </p:txBody>
      </p:sp>
    </p:spTree>
    <p:extLst>
      <p:ext uri="{BB962C8B-B14F-4D97-AF65-F5344CB8AC3E}">
        <p14:creationId xmlns:p14="http://schemas.microsoft.com/office/powerpoint/2010/main" val="348157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2A1C1-704C-C7B8-B43C-7B15DD3EAE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A8EA6-5C4A-FF9F-41CF-D4563E8F3EC9}"/>
              </a:ext>
            </a:extLst>
          </p:cNvPr>
          <p:cNvSpPr>
            <a:spLocks noGrp="1"/>
          </p:cNvSpPr>
          <p:nvPr>
            <p:ph type="title"/>
          </p:nvPr>
        </p:nvSpPr>
        <p:spPr/>
        <p:txBody>
          <a:bodyPr/>
          <a:lstStyle/>
          <a:p>
            <a:r>
              <a:rPr lang="en-MY" dirty="0"/>
              <a:t>COMPLIANCE AUDIT</a:t>
            </a:r>
          </a:p>
        </p:txBody>
      </p:sp>
      <p:sp>
        <p:nvSpPr>
          <p:cNvPr id="3" name="Content Placeholder 2">
            <a:extLst>
              <a:ext uri="{FF2B5EF4-FFF2-40B4-BE49-F238E27FC236}">
                <a16:creationId xmlns:a16="http://schemas.microsoft.com/office/drawing/2014/main" id="{87A29A8E-D4EF-34F5-DA98-934E37A189F8}"/>
              </a:ext>
            </a:extLst>
          </p:cNvPr>
          <p:cNvSpPr>
            <a:spLocks noGrp="1"/>
          </p:cNvSpPr>
          <p:nvPr>
            <p:ph idx="1"/>
          </p:nvPr>
        </p:nvSpPr>
        <p:spPr/>
        <p:txBody>
          <a:bodyPr/>
          <a:lstStyle/>
          <a:p>
            <a:r>
              <a:rPr lang="en-US" dirty="0"/>
              <a:t>An audit to assess compliance to certification or system </a:t>
            </a:r>
            <a:r>
              <a:rPr lang="en-MY" dirty="0"/>
              <a:t>requirement</a:t>
            </a:r>
          </a:p>
          <a:p>
            <a:r>
              <a:rPr lang="en-US" dirty="0"/>
              <a:t>Conducted prior to certificate endorsement</a:t>
            </a:r>
            <a:endParaRPr lang="en-MY" dirty="0"/>
          </a:p>
        </p:txBody>
      </p:sp>
      <p:sp>
        <p:nvSpPr>
          <p:cNvPr id="4" name="Date Placeholder 3">
            <a:extLst>
              <a:ext uri="{FF2B5EF4-FFF2-40B4-BE49-F238E27FC236}">
                <a16:creationId xmlns:a16="http://schemas.microsoft.com/office/drawing/2014/main" id="{F885BE68-D5E8-362A-624A-1A74B44959B3}"/>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39A2BEA4-1739-09EB-3B2E-574C243732F1}"/>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0F1D96E3-3B08-376D-3B9E-58FCD6C59511}"/>
              </a:ext>
            </a:extLst>
          </p:cNvPr>
          <p:cNvSpPr>
            <a:spLocks noGrp="1"/>
          </p:cNvSpPr>
          <p:nvPr>
            <p:ph type="sldNum" sz="quarter" idx="12"/>
          </p:nvPr>
        </p:nvSpPr>
        <p:spPr/>
        <p:txBody>
          <a:bodyPr/>
          <a:lstStyle/>
          <a:p>
            <a:fld id="{FB2FB115-6801-42A4-BE77-362A11867301}" type="slidenum">
              <a:rPr lang="en-US" smtClean="0"/>
              <a:t>14</a:t>
            </a:fld>
            <a:endParaRPr lang="en-US"/>
          </a:p>
        </p:txBody>
      </p:sp>
      <p:pic>
        <p:nvPicPr>
          <p:cNvPr id="8" name="Picture 7">
            <a:extLst>
              <a:ext uri="{FF2B5EF4-FFF2-40B4-BE49-F238E27FC236}">
                <a16:creationId xmlns:a16="http://schemas.microsoft.com/office/drawing/2014/main" id="{D2DB9784-0554-A4A8-4612-49C9A32330A8}"/>
              </a:ext>
            </a:extLst>
          </p:cNvPr>
          <p:cNvPicPr>
            <a:picLocks noChangeAspect="1"/>
          </p:cNvPicPr>
          <p:nvPr/>
        </p:nvPicPr>
        <p:blipFill>
          <a:blip r:embed="rId2"/>
          <a:stretch>
            <a:fillRect/>
          </a:stretch>
        </p:blipFill>
        <p:spPr>
          <a:xfrm>
            <a:off x="1210802" y="4163084"/>
            <a:ext cx="1137950" cy="1679171"/>
          </a:xfrm>
          <a:prstGeom prst="rect">
            <a:avLst/>
          </a:prstGeom>
        </p:spPr>
      </p:pic>
      <p:pic>
        <p:nvPicPr>
          <p:cNvPr id="10" name="Picture 9">
            <a:extLst>
              <a:ext uri="{FF2B5EF4-FFF2-40B4-BE49-F238E27FC236}">
                <a16:creationId xmlns:a16="http://schemas.microsoft.com/office/drawing/2014/main" id="{53C86D3A-77FB-A4D8-FF79-4B9C9E590B30}"/>
              </a:ext>
            </a:extLst>
          </p:cNvPr>
          <p:cNvPicPr>
            <a:picLocks noChangeAspect="1"/>
          </p:cNvPicPr>
          <p:nvPr/>
        </p:nvPicPr>
        <p:blipFill>
          <a:blip r:embed="rId3"/>
          <a:stretch>
            <a:fillRect/>
          </a:stretch>
        </p:blipFill>
        <p:spPr>
          <a:xfrm>
            <a:off x="2721352" y="3429000"/>
            <a:ext cx="3099964" cy="2313405"/>
          </a:xfrm>
          <a:prstGeom prst="rect">
            <a:avLst/>
          </a:prstGeom>
        </p:spPr>
      </p:pic>
      <p:pic>
        <p:nvPicPr>
          <p:cNvPr id="11" name="Picture 10">
            <a:extLst>
              <a:ext uri="{FF2B5EF4-FFF2-40B4-BE49-F238E27FC236}">
                <a16:creationId xmlns:a16="http://schemas.microsoft.com/office/drawing/2014/main" id="{B0B74564-F863-886A-F900-2EBBDF92A051}"/>
              </a:ext>
            </a:extLst>
          </p:cNvPr>
          <p:cNvPicPr>
            <a:picLocks noChangeAspect="1"/>
          </p:cNvPicPr>
          <p:nvPr/>
        </p:nvPicPr>
        <p:blipFill>
          <a:blip r:embed="rId4"/>
          <a:stretch>
            <a:fillRect/>
          </a:stretch>
        </p:blipFill>
        <p:spPr>
          <a:xfrm>
            <a:off x="7530353" y="3397545"/>
            <a:ext cx="1791579" cy="2344860"/>
          </a:xfrm>
          <a:prstGeom prst="rect">
            <a:avLst/>
          </a:prstGeom>
        </p:spPr>
      </p:pic>
      <p:pic>
        <p:nvPicPr>
          <p:cNvPr id="12" name="Picture 11">
            <a:extLst>
              <a:ext uri="{FF2B5EF4-FFF2-40B4-BE49-F238E27FC236}">
                <a16:creationId xmlns:a16="http://schemas.microsoft.com/office/drawing/2014/main" id="{1EB88C27-0B82-E3EA-CBA6-79468188024D}"/>
              </a:ext>
            </a:extLst>
          </p:cNvPr>
          <p:cNvPicPr>
            <a:picLocks noChangeAspect="1"/>
          </p:cNvPicPr>
          <p:nvPr/>
        </p:nvPicPr>
        <p:blipFill>
          <a:blip r:embed="rId5"/>
          <a:stretch>
            <a:fillRect/>
          </a:stretch>
        </p:blipFill>
        <p:spPr>
          <a:xfrm>
            <a:off x="6723529" y="3397545"/>
            <a:ext cx="699245" cy="2344860"/>
          </a:xfrm>
          <a:prstGeom prst="rect">
            <a:avLst/>
          </a:prstGeom>
        </p:spPr>
      </p:pic>
    </p:spTree>
    <p:extLst>
      <p:ext uri="{BB962C8B-B14F-4D97-AF65-F5344CB8AC3E}">
        <p14:creationId xmlns:p14="http://schemas.microsoft.com/office/powerpoint/2010/main" val="8055197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55E13-706E-EA5A-DDC0-B005E081F0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C49B83-63E6-0994-AAD8-FC81B94CFDEB}"/>
              </a:ext>
            </a:extLst>
          </p:cNvPr>
          <p:cNvSpPr>
            <a:spLocks noGrp="1"/>
          </p:cNvSpPr>
          <p:nvPr>
            <p:ph type="title"/>
          </p:nvPr>
        </p:nvSpPr>
        <p:spPr/>
        <p:txBody>
          <a:bodyPr/>
          <a:lstStyle/>
          <a:p>
            <a:r>
              <a:rPr lang="en-MY" dirty="0"/>
              <a:t>SURVEILLANCE AUDIT</a:t>
            </a:r>
          </a:p>
        </p:txBody>
      </p:sp>
      <p:sp>
        <p:nvSpPr>
          <p:cNvPr id="3" name="Content Placeholder 2">
            <a:extLst>
              <a:ext uri="{FF2B5EF4-FFF2-40B4-BE49-F238E27FC236}">
                <a16:creationId xmlns:a16="http://schemas.microsoft.com/office/drawing/2014/main" id="{75E8E220-01F6-C95E-65EC-4C035AE3EADC}"/>
              </a:ext>
            </a:extLst>
          </p:cNvPr>
          <p:cNvSpPr>
            <a:spLocks noGrp="1"/>
          </p:cNvSpPr>
          <p:nvPr>
            <p:ph idx="1"/>
          </p:nvPr>
        </p:nvSpPr>
        <p:spPr/>
        <p:txBody>
          <a:bodyPr/>
          <a:lstStyle/>
          <a:p>
            <a:r>
              <a:rPr lang="en-US" dirty="0"/>
              <a:t>An audit to ensure an organization still meet the compliance towards certification or system requirement</a:t>
            </a:r>
          </a:p>
          <a:p>
            <a:r>
              <a:rPr lang="en-US" dirty="0"/>
              <a:t>Conducted after certificate endorsement</a:t>
            </a:r>
            <a:endParaRPr lang="en-MY" dirty="0"/>
          </a:p>
        </p:txBody>
      </p:sp>
      <p:sp>
        <p:nvSpPr>
          <p:cNvPr id="4" name="Date Placeholder 3">
            <a:extLst>
              <a:ext uri="{FF2B5EF4-FFF2-40B4-BE49-F238E27FC236}">
                <a16:creationId xmlns:a16="http://schemas.microsoft.com/office/drawing/2014/main" id="{76BCEFAC-F129-7499-0932-C4E35CEA78D6}"/>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588C6040-DBD8-FBF5-14DB-FF86615F9802}"/>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F7182FA4-A24E-B167-B9DB-65AB7DAA54F4}"/>
              </a:ext>
            </a:extLst>
          </p:cNvPr>
          <p:cNvSpPr>
            <a:spLocks noGrp="1"/>
          </p:cNvSpPr>
          <p:nvPr>
            <p:ph type="sldNum" sz="quarter" idx="12"/>
          </p:nvPr>
        </p:nvSpPr>
        <p:spPr/>
        <p:txBody>
          <a:bodyPr/>
          <a:lstStyle/>
          <a:p>
            <a:fld id="{FB2FB115-6801-42A4-BE77-362A11867301}" type="slidenum">
              <a:rPr lang="en-US" smtClean="0"/>
              <a:t>15</a:t>
            </a:fld>
            <a:endParaRPr lang="en-US"/>
          </a:p>
        </p:txBody>
      </p:sp>
      <p:grpSp>
        <p:nvGrpSpPr>
          <p:cNvPr id="11" name="Group 10">
            <a:extLst>
              <a:ext uri="{FF2B5EF4-FFF2-40B4-BE49-F238E27FC236}">
                <a16:creationId xmlns:a16="http://schemas.microsoft.com/office/drawing/2014/main" id="{BA5896F1-1B05-0094-553D-E0810901ACE7}"/>
              </a:ext>
            </a:extLst>
          </p:cNvPr>
          <p:cNvGrpSpPr/>
          <p:nvPr/>
        </p:nvGrpSpPr>
        <p:grpSpPr>
          <a:xfrm>
            <a:off x="8409008" y="2685202"/>
            <a:ext cx="1416423" cy="1487596"/>
            <a:chOff x="8408894" y="2477096"/>
            <a:chExt cx="2598403" cy="2344860"/>
          </a:xfrm>
        </p:grpSpPr>
        <p:pic>
          <p:nvPicPr>
            <p:cNvPr id="7" name="Picture 6">
              <a:extLst>
                <a:ext uri="{FF2B5EF4-FFF2-40B4-BE49-F238E27FC236}">
                  <a16:creationId xmlns:a16="http://schemas.microsoft.com/office/drawing/2014/main" id="{90A7BCEA-260A-02DA-F26E-E03FF8ED938C}"/>
                </a:ext>
              </a:extLst>
            </p:cNvPr>
            <p:cNvPicPr>
              <a:picLocks noChangeAspect="1"/>
            </p:cNvPicPr>
            <p:nvPr/>
          </p:nvPicPr>
          <p:blipFill>
            <a:blip r:embed="rId2"/>
            <a:stretch>
              <a:fillRect/>
            </a:stretch>
          </p:blipFill>
          <p:spPr>
            <a:xfrm>
              <a:off x="9215718" y="2477096"/>
              <a:ext cx="1791579" cy="2344860"/>
            </a:xfrm>
            <a:prstGeom prst="rect">
              <a:avLst/>
            </a:prstGeom>
          </p:spPr>
        </p:pic>
        <p:pic>
          <p:nvPicPr>
            <p:cNvPr id="8" name="Picture 7">
              <a:extLst>
                <a:ext uri="{FF2B5EF4-FFF2-40B4-BE49-F238E27FC236}">
                  <a16:creationId xmlns:a16="http://schemas.microsoft.com/office/drawing/2014/main" id="{6CC77F89-E732-6EE7-0282-DB29BE9BDA23}"/>
                </a:ext>
              </a:extLst>
            </p:cNvPr>
            <p:cNvPicPr>
              <a:picLocks noChangeAspect="1"/>
            </p:cNvPicPr>
            <p:nvPr/>
          </p:nvPicPr>
          <p:blipFill>
            <a:blip r:embed="rId3"/>
            <a:stretch>
              <a:fillRect/>
            </a:stretch>
          </p:blipFill>
          <p:spPr>
            <a:xfrm>
              <a:off x="8408894" y="2477096"/>
              <a:ext cx="699245" cy="2344860"/>
            </a:xfrm>
            <a:prstGeom prst="rect">
              <a:avLst/>
            </a:prstGeom>
          </p:spPr>
        </p:pic>
      </p:grpSp>
      <p:pic>
        <p:nvPicPr>
          <p:cNvPr id="10" name="Picture 9">
            <a:extLst>
              <a:ext uri="{FF2B5EF4-FFF2-40B4-BE49-F238E27FC236}">
                <a16:creationId xmlns:a16="http://schemas.microsoft.com/office/drawing/2014/main" id="{E33423ED-1FEE-9A02-68D3-9D895D9309AF}"/>
              </a:ext>
            </a:extLst>
          </p:cNvPr>
          <p:cNvPicPr>
            <a:picLocks noChangeAspect="1"/>
          </p:cNvPicPr>
          <p:nvPr/>
        </p:nvPicPr>
        <p:blipFill>
          <a:blip r:embed="rId4"/>
          <a:stretch>
            <a:fillRect/>
          </a:stretch>
        </p:blipFill>
        <p:spPr>
          <a:xfrm>
            <a:off x="5320496" y="2850266"/>
            <a:ext cx="1551008" cy="1157468"/>
          </a:xfrm>
          <a:prstGeom prst="rect">
            <a:avLst/>
          </a:prstGeom>
        </p:spPr>
      </p:pic>
    </p:spTree>
    <p:extLst>
      <p:ext uri="{BB962C8B-B14F-4D97-AF65-F5344CB8AC3E}">
        <p14:creationId xmlns:p14="http://schemas.microsoft.com/office/powerpoint/2010/main" val="2931128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AA53-AAC1-117B-D504-5E2C380CDD57}"/>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5CF3574C-CEA0-2A49-C2B7-39B1618F8698}"/>
              </a:ext>
            </a:extLst>
          </p:cNvPr>
          <p:cNvPicPr>
            <a:picLocks noChangeAspect="1"/>
          </p:cNvPicPr>
          <p:nvPr/>
        </p:nvPicPr>
        <p:blipFill>
          <a:blip r:embed="rId2"/>
          <a:stretch>
            <a:fillRect/>
          </a:stretch>
        </p:blipFill>
        <p:spPr>
          <a:xfrm>
            <a:off x="2672931" y="1231303"/>
            <a:ext cx="9075460" cy="4981638"/>
          </a:xfrm>
          <a:prstGeom prst="rect">
            <a:avLst/>
          </a:prstGeom>
        </p:spPr>
      </p:pic>
      <p:sp>
        <p:nvSpPr>
          <p:cNvPr id="2" name="Title 1">
            <a:extLst>
              <a:ext uri="{FF2B5EF4-FFF2-40B4-BE49-F238E27FC236}">
                <a16:creationId xmlns:a16="http://schemas.microsoft.com/office/drawing/2014/main" id="{BEE67D45-C78F-61AD-BFFF-40677235F0FB}"/>
              </a:ext>
            </a:extLst>
          </p:cNvPr>
          <p:cNvSpPr>
            <a:spLocks noGrp="1"/>
          </p:cNvSpPr>
          <p:nvPr>
            <p:ph type="title"/>
          </p:nvPr>
        </p:nvSpPr>
        <p:spPr/>
        <p:txBody>
          <a:bodyPr/>
          <a:lstStyle/>
          <a:p>
            <a:r>
              <a:rPr lang="en-MY" dirty="0"/>
              <a:t>SITE AUDIT</a:t>
            </a:r>
          </a:p>
        </p:txBody>
      </p:sp>
      <p:sp>
        <p:nvSpPr>
          <p:cNvPr id="3" name="Content Placeholder 2">
            <a:extLst>
              <a:ext uri="{FF2B5EF4-FFF2-40B4-BE49-F238E27FC236}">
                <a16:creationId xmlns:a16="http://schemas.microsoft.com/office/drawing/2014/main" id="{6BFD7197-8D76-42D1-A93E-2A4B5DCCE7BB}"/>
              </a:ext>
            </a:extLst>
          </p:cNvPr>
          <p:cNvSpPr>
            <a:spLocks noGrp="1"/>
          </p:cNvSpPr>
          <p:nvPr>
            <p:ph idx="1"/>
          </p:nvPr>
        </p:nvSpPr>
        <p:spPr/>
        <p:txBody>
          <a:bodyPr/>
          <a:lstStyle/>
          <a:p>
            <a:pPr marL="0" indent="0">
              <a:buNone/>
            </a:pPr>
            <a:endParaRPr lang="en-MY" dirty="0"/>
          </a:p>
          <a:p>
            <a:pPr marL="0" indent="0">
              <a:buNone/>
            </a:pPr>
            <a:endParaRPr lang="en-MY" dirty="0"/>
          </a:p>
          <a:p>
            <a:pPr marL="0" indent="0">
              <a:buNone/>
            </a:pPr>
            <a:endParaRPr lang="en-MY" dirty="0"/>
          </a:p>
          <a:p>
            <a:pPr marL="0" indent="0">
              <a:buNone/>
            </a:pPr>
            <a:endParaRPr lang="en-MY" dirty="0"/>
          </a:p>
          <a:p>
            <a:pPr marL="0" indent="0">
              <a:buNone/>
            </a:pPr>
            <a:endParaRPr lang="en-MY" dirty="0"/>
          </a:p>
          <a:p>
            <a:pPr marL="0" indent="0">
              <a:buNone/>
            </a:pPr>
            <a:endParaRPr lang="en-MY" dirty="0"/>
          </a:p>
          <a:p>
            <a:r>
              <a:rPr lang="en-MY" dirty="0"/>
              <a:t>Processing plant</a:t>
            </a:r>
          </a:p>
          <a:p>
            <a:r>
              <a:rPr lang="en-US" dirty="0"/>
              <a:t>Site of the processing activities</a:t>
            </a:r>
            <a:endParaRPr lang="en-MY" dirty="0"/>
          </a:p>
        </p:txBody>
      </p:sp>
      <p:sp>
        <p:nvSpPr>
          <p:cNvPr id="4" name="Date Placeholder 3">
            <a:extLst>
              <a:ext uri="{FF2B5EF4-FFF2-40B4-BE49-F238E27FC236}">
                <a16:creationId xmlns:a16="http://schemas.microsoft.com/office/drawing/2014/main" id="{CCADEA24-D46D-FB55-CD4D-870C06E680B9}"/>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15DB39CB-C992-0E17-136F-FBA76003368C}"/>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76C0450F-E595-D1F7-3E6B-67A358757063}"/>
              </a:ext>
            </a:extLst>
          </p:cNvPr>
          <p:cNvSpPr>
            <a:spLocks noGrp="1"/>
          </p:cNvSpPr>
          <p:nvPr>
            <p:ph type="sldNum" sz="quarter" idx="12"/>
          </p:nvPr>
        </p:nvSpPr>
        <p:spPr/>
        <p:txBody>
          <a:bodyPr/>
          <a:lstStyle/>
          <a:p>
            <a:fld id="{FB2FB115-6801-42A4-BE77-362A11867301}" type="slidenum">
              <a:rPr lang="en-US" smtClean="0"/>
              <a:t>16</a:t>
            </a:fld>
            <a:endParaRPr lang="en-US"/>
          </a:p>
        </p:txBody>
      </p:sp>
    </p:spTree>
    <p:extLst>
      <p:ext uri="{BB962C8B-B14F-4D97-AF65-F5344CB8AC3E}">
        <p14:creationId xmlns:p14="http://schemas.microsoft.com/office/powerpoint/2010/main" val="32137281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D73C7-6A00-7D57-8AF1-A96AF2E608BD}"/>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C7240A3-058E-C684-F36D-6199A416AA07}"/>
              </a:ext>
            </a:extLst>
          </p:cNvPr>
          <p:cNvPicPr>
            <a:picLocks noChangeAspect="1"/>
          </p:cNvPicPr>
          <p:nvPr/>
        </p:nvPicPr>
        <p:blipFill>
          <a:blip r:embed="rId2"/>
          <a:stretch>
            <a:fillRect/>
          </a:stretch>
        </p:blipFill>
        <p:spPr>
          <a:xfrm>
            <a:off x="2672931" y="1231303"/>
            <a:ext cx="9075460" cy="4981638"/>
          </a:xfrm>
          <a:prstGeom prst="rect">
            <a:avLst/>
          </a:prstGeom>
        </p:spPr>
      </p:pic>
      <p:sp>
        <p:nvSpPr>
          <p:cNvPr id="2" name="Title 1">
            <a:extLst>
              <a:ext uri="{FF2B5EF4-FFF2-40B4-BE49-F238E27FC236}">
                <a16:creationId xmlns:a16="http://schemas.microsoft.com/office/drawing/2014/main" id="{FFB6F5E2-13CC-FFFC-271D-747281C29F7F}"/>
              </a:ext>
            </a:extLst>
          </p:cNvPr>
          <p:cNvSpPr>
            <a:spLocks noGrp="1"/>
          </p:cNvSpPr>
          <p:nvPr>
            <p:ph type="title"/>
          </p:nvPr>
        </p:nvSpPr>
        <p:spPr/>
        <p:txBody>
          <a:bodyPr/>
          <a:lstStyle/>
          <a:p>
            <a:r>
              <a:rPr lang="en-MY" dirty="0"/>
              <a:t>SITE AUDIT</a:t>
            </a:r>
          </a:p>
        </p:txBody>
      </p:sp>
      <p:sp>
        <p:nvSpPr>
          <p:cNvPr id="3" name="Content Placeholder 2">
            <a:extLst>
              <a:ext uri="{FF2B5EF4-FFF2-40B4-BE49-F238E27FC236}">
                <a16:creationId xmlns:a16="http://schemas.microsoft.com/office/drawing/2014/main" id="{07D759BC-F075-4553-78ED-C856CAA98C70}"/>
              </a:ext>
            </a:extLst>
          </p:cNvPr>
          <p:cNvSpPr>
            <a:spLocks noGrp="1"/>
          </p:cNvSpPr>
          <p:nvPr>
            <p:ph idx="1"/>
          </p:nvPr>
        </p:nvSpPr>
        <p:spPr>
          <a:xfrm>
            <a:off x="838202" y="1267281"/>
            <a:ext cx="4861954" cy="4909682"/>
          </a:xfrm>
        </p:spPr>
        <p:txBody>
          <a:bodyPr>
            <a:normAutofit fontScale="77500" lnSpcReduction="20000"/>
          </a:bodyPr>
          <a:lstStyle/>
          <a:p>
            <a:pPr marL="0" indent="0">
              <a:buNone/>
            </a:pPr>
            <a:endParaRPr lang="en-MY" dirty="0"/>
          </a:p>
          <a:p>
            <a:pPr marL="0" indent="0">
              <a:buNone/>
            </a:pPr>
            <a:endParaRPr lang="en-MY" dirty="0"/>
          </a:p>
          <a:p>
            <a:pPr marL="0" indent="0">
              <a:buNone/>
            </a:pPr>
            <a:endParaRPr lang="en-MY" dirty="0"/>
          </a:p>
          <a:p>
            <a:pPr marL="0" indent="0">
              <a:buNone/>
            </a:pPr>
            <a:endParaRPr lang="en-MY" dirty="0"/>
          </a:p>
          <a:p>
            <a:pPr marL="0" indent="0">
              <a:buNone/>
            </a:pPr>
            <a:endParaRPr lang="en-MY" dirty="0"/>
          </a:p>
          <a:p>
            <a:pPr marL="0" indent="0" algn="just">
              <a:buNone/>
            </a:pPr>
            <a:endParaRPr lang="en-MY" sz="2200" dirty="0"/>
          </a:p>
          <a:p>
            <a:pPr marL="0" indent="0" algn="just">
              <a:buNone/>
            </a:pPr>
            <a:endParaRPr lang="en-MY" sz="2200" dirty="0"/>
          </a:p>
          <a:p>
            <a:pPr marL="0" indent="0" algn="just">
              <a:buNone/>
            </a:pPr>
            <a:r>
              <a:rPr lang="en-MY" b="1" dirty="0"/>
              <a:t>Evaluating the current practices </a:t>
            </a:r>
            <a:r>
              <a:rPr lang="en-US" b="1" dirty="0"/>
              <a:t>of plant or processing area for:</a:t>
            </a:r>
          </a:p>
          <a:p>
            <a:r>
              <a:rPr lang="en-MY" dirty="0"/>
              <a:t>Core Processing Process flow</a:t>
            </a:r>
          </a:p>
          <a:p>
            <a:r>
              <a:rPr lang="en-MY" dirty="0"/>
              <a:t>Physical infrastructure</a:t>
            </a:r>
          </a:p>
          <a:p>
            <a:r>
              <a:rPr lang="en-MY" dirty="0"/>
              <a:t>Equipment and utensil</a:t>
            </a:r>
          </a:p>
          <a:p>
            <a:r>
              <a:rPr lang="en-MY" dirty="0"/>
              <a:t>Personnel</a:t>
            </a:r>
          </a:p>
          <a:p>
            <a:r>
              <a:rPr lang="en-MY" dirty="0"/>
              <a:t>Support system</a:t>
            </a:r>
          </a:p>
        </p:txBody>
      </p:sp>
      <p:sp>
        <p:nvSpPr>
          <p:cNvPr id="4" name="Date Placeholder 3">
            <a:extLst>
              <a:ext uri="{FF2B5EF4-FFF2-40B4-BE49-F238E27FC236}">
                <a16:creationId xmlns:a16="http://schemas.microsoft.com/office/drawing/2014/main" id="{26E28671-7781-61DB-11D1-0063F4C1FB3E}"/>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4F8697B0-6BE1-9F8F-1057-3E4F6836938F}"/>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A1BDDC06-E3A7-7726-69C8-C938645372B7}"/>
              </a:ext>
            </a:extLst>
          </p:cNvPr>
          <p:cNvSpPr>
            <a:spLocks noGrp="1"/>
          </p:cNvSpPr>
          <p:nvPr>
            <p:ph type="sldNum" sz="quarter" idx="12"/>
          </p:nvPr>
        </p:nvSpPr>
        <p:spPr/>
        <p:txBody>
          <a:bodyPr/>
          <a:lstStyle/>
          <a:p>
            <a:fld id="{FB2FB115-6801-42A4-BE77-362A11867301}" type="slidenum">
              <a:rPr lang="en-US" smtClean="0"/>
              <a:t>17</a:t>
            </a:fld>
            <a:endParaRPr lang="en-US"/>
          </a:p>
        </p:txBody>
      </p:sp>
    </p:spTree>
    <p:extLst>
      <p:ext uri="{BB962C8B-B14F-4D97-AF65-F5344CB8AC3E}">
        <p14:creationId xmlns:p14="http://schemas.microsoft.com/office/powerpoint/2010/main" val="18329266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AF822-2A96-06DA-22D4-BE5A658CD5D1}"/>
              </a:ext>
            </a:extLst>
          </p:cNvPr>
          <p:cNvSpPr>
            <a:spLocks noGrp="1"/>
          </p:cNvSpPr>
          <p:nvPr>
            <p:ph type="title"/>
          </p:nvPr>
        </p:nvSpPr>
        <p:spPr/>
        <p:txBody>
          <a:bodyPr/>
          <a:lstStyle/>
          <a:p>
            <a:r>
              <a:rPr lang="en-MY" dirty="0"/>
              <a:t>Audit Scope</a:t>
            </a:r>
          </a:p>
        </p:txBody>
      </p:sp>
      <p:sp>
        <p:nvSpPr>
          <p:cNvPr id="4" name="Date Placeholder 3">
            <a:extLst>
              <a:ext uri="{FF2B5EF4-FFF2-40B4-BE49-F238E27FC236}">
                <a16:creationId xmlns:a16="http://schemas.microsoft.com/office/drawing/2014/main" id="{0E6813A7-2030-A821-8EDF-6229799190FE}"/>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85B81E70-FC5E-3786-0A46-B62EAFF52913}"/>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8D94AB08-D815-AEFB-51EC-D28D754D3E8A}"/>
              </a:ext>
            </a:extLst>
          </p:cNvPr>
          <p:cNvSpPr>
            <a:spLocks noGrp="1"/>
          </p:cNvSpPr>
          <p:nvPr>
            <p:ph type="sldNum" sz="quarter" idx="12"/>
          </p:nvPr>
        </p:nvSpPr>
        <p:spPr/>
        <p:txBody>
          <a:bodyPr/>
          <a:lstStyle/>
          <a:p>
            <a:fld id="{FB2FB115-6801-42A4-BE77-362A11867301}" type="slidenum">
              <a:rPr lang="en-US" smtClean="0"/>
              <a:t>18</a:t>
            </a:fld>
            <a:endParaRPr lang="en-US"/>
          </a:p>
        </p:txBody>
      </p:sp>
      <p:pic>
        <p:nvPicPr>
          <p:cNvPr id="7" name="Picture 2">
            <a:extLst>
              <a:ext uri="{FF2B5EF4-FFF2-40B4-BE49-F238E27FC236}">
                <a16:creationId xmlns:a16="http://schemas.microsoft.com/office/drawing/2014/main" id="{BC9B61A2-7E9D-565D-8C42-5834CCC4975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81412" y="1507331"/>
            <a:ext cx="4829175" cy="442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88822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799ED-81C3-BB27-B8BF-F8D6D97BC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48BAF1-659A-2F6D-6BBE-B690AAE1E839}"/>
              </a:ext>
            </a:extLst>
          </p:cNvPr>
          <p:cNvSpPr>
            <a:spLocks noGrp="1"/>
          </p:cNvSpPr>
          <p:nvPr>
            <p:ph type="title"/>
          </p:nvPr>
        </p:nvSpPr>
        <p:spPr/>
        <p:txBody>
          <a:bodyPr/>
          <a:lstStyle/>
          <a:p>
            <a:r>
              <a:rPr lang="en-MY" dirty="0"/>
              <a:t>IMPORTANCE OF AUDIT</a:t>
            </a:r>
          </a:p>
        </p:txBody>
      </p:sp>
      <p:sp>
        <p:nvSpPr>
          <p:cNvPr id="3" name="Content Placeholder 2">
            <a:extLst>
              <a:ext uri="{FF2B5EF4-FFF2-40B4-BE49-F238E27FC236}">
                <a16:creationId xmlns:a16="http://schemas.microsoft.com/office/drawing/2014/main" id="{B61E4C0E-0A5E-B109-A8B9-DDAA99F66776}"/>
              </a:ext>
            </a:extLst>
          </p:cNvPr>
          <p:cNvSpPr>
            <a:spLocks noGrp="1"/>
          </p:cNvSpPr>
          <p:nvPr>
            <p:ph idx="1"/>
          </p:nvPr>
        </p:nvSpPr>
        <p:spPr/>
        <p:txBody>
          <a:bodyPr/>
          <a:lstStyle/>
          <a:p>
            <a:pPr marL="0" indent="0">
              <a:buNone/>
            </a:pPr>
            <a:r>
              <a:rPr lang="en-MY" dirty="0"/>
              <a:t>Provides Assurance</a:t>
            </a:r>
          </a:p>
          <a:p>
            <a:r>
              <a:rPr lang="en-US" dirty="0"/>
              <a:t>departments &amp; personnel within organization in compliance with the prescribed norm (certification </a:t>
            </a:r>
            <a:r>
              <a:rPr lang="en-MY" dirty="0"/>
              <a:t>requirements).</a:t>
            </a:r>
          </a:p>
          <a:p>
            <a:pPr marL="0" indent="0">
              <a:buNone/>
            </a:pPr>
            <a:endParaRPr lang="en-MY" dirty="0"/>
          </a:p>
          <a:p>
            <a:pPr marL="0" indent="0">
              <a:buNone/>
            </a:pPr>
            <a:r>
              <a:rPr lang="en-MY" dirty="0"/>
              <a:t>Enhance the efficient level </a:t>
            </a:r>
          </a:p>
          <a:p>
            <a:r>
              <a:rPr lang="en-US" dirty="0"/>
              <a:t>operational processes which help to reduce customer </a:t>
            </a:r>
            <a:r>
              <a:rPr lang="en-MY" dirty="0"/>
              <a:t>complaint</a:t>
            </a:r>
          </a:p>
        </p:txBody>
      </p:sp>
      <p:sp>
        <p:nvSpPr>
          <p:cNvPr id="4" name="Date Placeholder 3">
            <a:extLst>
              <a:ext uri="{FF2B5EF4-FFF2-40B4-BE49-F238E27FC236}">
                <a16:creationId xmlns:a16="http://schemas.microsoft.com/office/drawing/2014/main" id="{C3B1094D-D9EE-13CD-990D-6B06422972F7}"/>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348AFECF-3D32-F560-621D-047F9DA67A32}"/>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A026DCBF-0FFA-0D0C-0AD6-C30A992CD920}"/>
              </a:ext>
            </a:extLst>
          </p:cNvPr>
          <p:cNvSpPr>
            <a:spLocks noGrp="1"/>
          </p:cNvSpPr>
          <p:nvPr>
            <p:ph type="sldNum" sz="quarter" idx="12"/>
          </p:nvPr>
        </p:nvSpPr>
        <p:spPr/>
        <p:txBody>
          <a:bodyPr/>
          <a:lstStyle/>
          <a:p>
            <a:fld id="{FB2FB115-6801-42A4-BE77-362A11867301}" type="slidenum">
              <a:rPr lang="en-US" smtClean="0"/>
              <a:t>19</a:t>
            </a:fld>
            <a:endParaRPr lang="en-US"/>
          </a:p>
        </p:txBody>
      </p:sp>
      <p:pic>
        <p:nvPicPr>
          <p:cNvPr id="8" name="Picture 7">
            <a:extLst>
              <a:ext uri="{FF2B5EF4-FFF2-40B4-BE49-F238E27FC236}">
                <a16:creationId xmlns:a16="http://schemas.microsoft.com/office/drawing/2014/main" id="{E2752C69-7CAF-E854-BF72-6B2A823F05D8}"/>
              </a:ext>
            </a:extLst>
          </p:cNvPr>
          <p:cNvPicPr>
            <a:picLocks noChangeAspect="1"/>
          </p:cNvPicPr>
          <p:nvPr/>
        </p:nvPicPr>
        <p:blipFill>
          <a:blip r:embed="rId2"/>
          <a:stretch>
            <a:fillRect/>
          </a:stretch>
        </p:blipFill>
        <p:spPr>
          <a:xfrm>
            <a:off x="7247567" y="4273441"/>
            <a:ext cx="3541853" cy="1753565"/>
          </a:xfrm>
          <a:prstGeom prst="rect">
            <a:avLst/>
          </a:prstGeom>
        </p:spPr>
      </p:pic>
    </p:spTree>
    <p:extLst>
      <p:ext uri="{BB962C8B-B14F-4D97-AF65-F5344CB8AC3E}">
        <p14:creationId xmlns:p14="http://schemas.microsoft.com/office/powerpoint/2010/main" val="3677249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C11D9-D7CF-37DB-28C9-D2CB04F54B2D}"/>
              </a:ext>
            </a:extLst>
          </p:cNvPr>
          <p:cNvSpPr>
            <a:spLocks noGrp="1"/>
          </p:cNvSpPr>
          <p:nvPr>
            <p:ph type="title"/>
          </p:nvPr>
        </p:nvSpPr>
        <p:spPr/>
        <p:txBody>
          <a:bodyPr/>
          <a:lstStyle/>
          <a:p>
            <a:r>
              <a:rPr lang="en-MY" dirty="0"/>
              <a:t>IMPORTANCE OF AUDIT</a:t>
            </a:r>
          </a:p>
        </p:txBody>
      </p:sp>
      <p:sp>
        <p:nvSpPr>
          <p:cNvPr id="3" name="Content Placeholder 2">
            <a:extLst>
              <a:ext uri="{FF2B5EF4-FFF2-40B4-BE49-F238E27FC236}">
                <a16:creationId xmlns:a16="http://schemas.microsoft.com/office/drawing/2014/main" id="{FC307FE7-58FB-4D23-FB42-6216BA70A152}"/>
              </a:ext>
            </a:extLst>
          </p:cNvPr>
          <p:cNvSpPr>
            <a:spLocks noGrp="1"/>
          </p:cNvSpPr>
          <p:nvPr>
            <p:ph idx="1"/>
          </p:nvPr>
        </p:nvSpPr>
        <p:spPr/>
        <p:txBody>
          <a:bodyPr/>
          <a:lstStyle/>
          <a:p>
            <a:pPr marL="0" indent="0">
              <a:buNone/>
            </a:pPr>
            <a:r>
              <a:rPr lang="en-US" b="1" dirty="0"/>
              <a:t>Define responsibility &amp; authorities for key personnel</a:t>
            </a:r>
          </a:p>
          <a:p>
            <a:r>
              <a:rPr lang="en-US" dirty="0"/>
              <a:t>Current and </a:t>
            </a:r>
            <a:r>
              <a:rPr lang="en-US" dirty="0" err="1"/>
              <a:t>organised</a:t>
            </a:r>
            <a:r>
              <a:rPr lang="en-US" dirty="0"/>
              <a:t> documentation &amp; records</a:t>
            </a:r>
          </a:p>
          <a:p>
            <a:r>
              <a:rPr lang="en-US" dirty="0"/>
              <a:t>Allocate appropriate resources for specific processes</a:t>
            </a:r>
          </a:p>
          <a:p>
            <a:r>
              <a:rPr lang="en-MY" dirty="0"/>
              <a:t>Establish process owner</a:t>
            </a:r>
          </a:p>
          <a:p>
            <a:r>
              <a:rPr lang="en-US" dirty="0"/>
              <a:t>Systematic improvement in the cooperation between</a:t>
            </a:r>
          </a:p>
          <a:p>
            <a:r>
              <a:rPr lang="en-MY" dirty="0"/>
              <a:t>department</a:t>
            </a:r>
            <a:endParaRPr lang="en-MY" b="1" dirty="0"/>
          </a:p>
          <a:p>
            <a:endParaRPr lang="en-MY" dirty="0"/>
          </a:p>
        </p:txBody>
      </p:sp>
      <p:sp>
        <p:nvSpPr>
          <p:cNvPr id="4" name="Date Placeholder 3">
            <a:extLst>
              <a:ext uri="{FF2B5EF4-FFF2-40B4-BE49-F238E27FC236}">
                <a16:creationId xmlns:a16="http://schemas.microsoft.com/office/drawing/2014/main" id="{1B17BA45-E4E0-A687-C602-4A3864F2FF89}"/>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8D730812-17DF-E449-B6AB-55F12E5F479B}"/>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7ED29B9D-7430-2291-FDC9-E1A8CC2FBFC1}"/>
              </a:ext>
            </a:extLst>
          </p:cNvPr>
          <p:cNvSpPr>
            <a:spLocks noGrp="1"/>
          </p:cNvSpPr>
          <p:nvPr>
            <p:ph type="sldNum" sz="quarter" idx="12"/>
          </p:nvPr>
        </p:nvSpPr>
        <p:spPr/>
        <p:txBody>
          <a:bodyPr/>
          <a:lstStyle/>
          <a:p>
            <a:fld id="{FB2FB115-6801-42A4-BE77-362A11867301}" type="slidenum">
              <a:rPr lang="en-US" smtClean="0"/>
              <a:t>20</a:t>
            </a:fld>
            <a:endParaRPr lang="en-US"/>
          </a:p>
        </p:txBody>
      </p:sp>
      <p:pic>
        <p:nvPicPr>
          <p:cNvPr id="8" name="Picture 7">
            <a:extLst>
              <a:ext uri="{FF2B5EF4-FFF2-40B4-BE49-F238E27FC236}">
                <a16:creationId xmlns:a16="http://schemas.microsoft.com/office/drawing/2014/main" id="{F84270AE-4C00-6106-FE01-A1CDD4BBC345}"/>
              </a:ext>
            </a:extLst>
          </p:cNvPr>
          <p:cNvPicPr>
            <a:picLocks noChangeAspect="1"/>
          </p:cNvPicPr>
          <p:nvPr/>
        </p:nvPicPr>
        <p:blipFill>
          <a:blip r:embed="rId2"/>
          <a:stretch>
            <a:fillRect/>
          </a:stretch>
        </p:blipFill>
        <p:spPr>
          <a:xfrm>
            <a:off x="7811945" y="4513092"/>
            <a:ext cx="3541853" cy="1753565"/>
          </a:xfrm>
          <a:prstGeom prst="rect">
            <a:avLst/>
          </a:prstGeom>
        </p:spPr>
      </p:pic>
    </p:spTree>
    <p:extLst>
      <p:ext uri="{BB962C8B-B14F-4D97-AF65-F5344CB8AC3E}">
        <p14:creationId xmlns:p14="http://schemas.microsoft.com/office/powerpoint/2010/main" val="37102164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53693-30A7-3351-49AF-3B8FA8CF75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EA347D-DD00-6EA4-8DD8-6CBDED9D55B6}"/>
              </a:ext>
            </a:extLst>
          </p:cNvPr>
          <p:cNvSpPr>
            <a:spLocks noGrp="1"/>
          </p:cNvSpPr>
          <p:nvPr>
            <p:ph type="title"/>
          </p:nvPr>
        </p:nvSpPr>
        <p:spPr/>
        <p:txBody>
          <a:bodyPr/>
          <a:lstStyle/>
          <a:p>
            <a:r>
              <a:rPr lang="en-MY" dirty="0"/>
              <a:t>IMPORTANCE OF AUDIT</a:t>
            </a:r>
          </a:p>
        </p:txBody>
      </p:sp>
      <p:sp>
        <p:nvSpPr>
          <p:cNvPr id="3" name="Content Placeholder 2">
            <a:extLst>
              <a:ext uri="{FF2B5EF4-FFF2-40B4-BE49-F238E27FC236}">
                <a16:creationId xmlns:a16="http://schemas.microsoft.com/office/drawing/2014/main" id="{808DC681-29C7-14F5-B72F-1EB9ABADB350}"/>
              </a:ext>
            </a:extLst>
          </p:cNvPr>
          <p:cNvSpPr>
            <a:spLocks noGrp="1"/>
          </p:cNvSpPr>
          <p:nvPr>
            <p:ph idx="1"/>
          </p:nvPr>
        </p:nvSpPr>
        <p:spPr/>
        <p:txBody>
          <a:bodyPr>
            <a:normAutofit/>
          </a:bodyPr>
          <a:lstStyle/>
          <a:p>
            <a:pPr marL="0" indent="0">
              <a:buNone/>
            </a:pPr>
            <a:r>
              <a:rPr lang="en-MY" sz="3200" b="1" dirty="0"/>
              <a:t>POST AUDIT EFFECT</a:t>
            </a:r>
          </a:p>
        </p:txBody>
      </p:sp>
      <p:sp>
        <p:nvSpPr>
          <p:cNvPr id="4" name="Date Placeholder 3">
            <a:extLst>
              <a:ext uri="{FF2B5EF4-FFF2-40B4-BE49-F238E27FC236}">
                <a16:creationId xmlns:a16="http://schemas.microsoft.com/office/drawing/2014/main" id="{0B815305-22F1-0CBA-18AC-8D6DDE35FA29}"/>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63AA6A58-3365-728D-9453-9728F1E8B4AC}"/>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E94AAEEA-FE79-2AEF-D1EB-358196221940}"/>
              </a:ext>
            </a:extLst>
          </p:cNvPr>
          <p:cNvSpPr>
            <a:spLocks noGrp="1"/>
          </p:cNvSpPr>
          <p:nvPr>
            <p:ph type="sldNum" sz="quarter" idx="12"/>
          </p:nvPr>
        </p:nvSpPr>
        <p:spPr/>
        <p:txBody>
          <a:bodyPr/>
          <a:lstStyle/>
          <a:p>
            <a:fld id="{FB2FB115-6801-42A4-BE77-362A11867301}" type="slidenum">
              <a:rPr lang="en-US" smtClean="0"/>
              <a:t>21</a:t>
            </a:fld>
            <a:endParaRPr lang="en-US"/>
          </a:p>
        </p:txBody>
      </p:sp>
      <p:pic>
        <p:nvPicPr>
          <p:cNvPr id="14" name="Picture 13">
            <a:extLst>
              <a:ext uri="{FF2B5EF4-FFF2-40B4-BE49-F238E27FC236}">
                <a16:creationId xmlns:a16="http://schemas.microsoft.com/office/drawing/2014/main" id="{B6BF790C-206C-1450-691C-867C4D4AFA1B}"/>
              </a:ext>
            </a:extLst>
          </p:cNvPr>
          <p:cNvPicPr>
            <a:picLocks noChangeAspect="1"/>
          </p:cNvPicPr>
          <p:nvPr/>
        </p:nvPicPr>
        <p:blipFill>
          <a:blip r:embed="rId2"/>
          <a:stretch>
            <a:fillRect/>
          </a:stretch>
        </p:blipFill>
        <p:spPr>
          <a:xfrm>
            <a:off x="1153383" y="2336316"/>
            <a:ext cx="1458410" cy="1394749"/>
          </a:xfrm>
          <a:prstGeom prst="rect">
            <a:avLst/>
          </a:prstGeom>
        </p:spPr>
      </p:pic>
      <p:pic>
        <p:nvPicPr>
          <p:cNvPr id="16" name="Picture 15">
            <a:extLst>
              <a:ext uri="{FF2B5EF4-FFF2-40B4-BE49-F238E27FC236}">
                <a16:creationId xmlns:a16="http://schemas.microsoft.com/office/drawing/2014/main" id="{A16A0148-745C-5CAE-615A-4C54A0115F95}"/>
              </a:ext>
            </a:extLst>
          </p:cNvPr>
          <p:cNvPicPr>
            <a:picLocks noChangeAspect="1"/>
          </p:cNvPicPr>
          <p:nvPr/>
        </p:nvPicPr>
        <p:blipFill>
          <a:blip r:embed="rId3"/>
          <a:stretch>
            <a:fillRect/>
          </a:stretch>
        </p:blipFill>
        <p:spPr>
          <a:xfrm>
            <a:off x="5366793" y="2336316"/>
            <a:ext cx="1458410" cy="1452623"/>
          </a:xfrm>
          <a:prstGeom prst="rect">
            <a:avLst/>
          </a:prstGeom>
        </p:spPr>
      </p:pic>
      <p:pic>
        <p:nvPicPr>
          <p:cNvPr id="18" name="Picture 17">
            <a:extLst>
              <a:ext uri="{FF2B5EF4-FFF2-40B4-BE49-F238E27FC236}">
                <a16:creationId xmlns:a16="http://schemas.microsoft.com/office/drawing/2014/main" id="{3160AA20-C264-7511-0055-6810F36F79E8}"/>
              </a:ext>
            </a:extLst>
          </p:cNvPr>
          <p:cNvPicPr>
            <a:picLocks noChangeAspect="1"/>
          </p:cNvPicPr>
          <p:nvPr/>
        </p:nvPicPr>
        <p:blipFill>
          <a:blip r:embed="rId4"/>
          <a:stretch>
            <a:fillRect/>
          </a:stretch>
        </p:blipFill>
        <p:spPr>
          <a:xfrm>
            <a:off x="8804699" y="2336316"/>
            <a:ext cx="1551008" cy="1452623"/>
          </a:xfrm>
          <a:prstGeom prst="rect">
            <a:avLst/>
          </a:prstGeom>
        </p:spPr>
      </p:pic>
      <p:sp>
        <p:nvSpPr>
          <p:cNvPr id="20" name="TextBox 19">
            <a:extLst>
              <a:ext uri="{FF2B5EF4-FFF2-40B4-BE49-F238E27FC236}">
                <a16:creationId xmlns:a16="http://schemas.microsoft.com/office/drawing/2014/main" id="{A01114FD-7DC7-0DCE-13F4-FDEA81637F19}"/>
              </a:ext>
            </a:extLst>
          </p:cNvPr>
          <p:cNvSpPr txBox="1"/>
          <p:nvPr/>
        </p:nvSpPr>
        <p:spPr>
          <a:xfrm>
            <a:off x="1153383" y="3807501"/>
            <a:ext cx="1836982" cy="830997"/>
          </a:xfrm>
          <a:prstGeom prst="rect">
            <a:avLst/>
          </a:prstGeom>
          <a:noFill/>
        </p:spPr>
        <p:txBody>
          <a:bodyPr wrap="square">
            <a:spAutoFit/>
          </a:bodyPr>
          <a:lstStyle/>
          <a:p>
            <a:pPr algn="l"/>
            <a:r>
              <a:rPr lang="en-MY" sz="2400" b="1" i="0" u="none" strike="noStrike" baseline="0" dirty="0">
                <a:latin typeface="CIDFont+F8"/>
              </a:rPr>
              <a:t>CONFIDENT</a:t>
            </a:r>
          </a:p>
          <a:p>
            <a:pPr algn="l"/>
            <a:r>
              <a:rPr lang="en-MY" sz="2400" b="1" i="0" u="none" strike="noStrike" baseline="0" dirty="0">
                <a:latin typeface="CIDFont+F8"/>
              </a:rPr>
              <a:t>TRUST</a:t>
            </a:r>
            <a:endParaRPr lang="en-MY" sz="2400" b="1" dirty="0"/>
          </a:p>
        </p:txBody>
      </p:sp>
      <p:sp>
        <p:nvSpPr>
          <p:cNvPr id="22" name="TextBox 21">
            <a:extLst>
              <a:ext uri="{FF2B5EF4-FFF2-40B4-BE49-F238E27FC236}">
                <a16:creationId xmlns:a16="http://schemas.microsoft.com/office/drawing/2014/main" id="{90D7491C-894A-37F4-9ACE-2998246DB4D8}"/>
              </a:ext>
            </a:extLst>
          </p:cNvPr>
          <p:cNvSpPr txBox="1"/>
          <p:nvPr/>
        </p:nvSpPr>
        <p:spPr>
          <a:xfrm>
            <a:off x="5345767" y="3807501"/>
            <a:ext cx="1311733" cy="830997"/>
          </a:xfrm>
          <a:prstGeom prst="rect">
            <a:avLst/>
          </a:prstGeom>
          <a:noFill/>
        </p:spPr>
        <p:txBody>
          <a:bodyPr wrap="square">
            <a:spAutoFit/>
          </a:bodyPr>
          <a:lstStyle/>
          <a:p>
            <a:pPr algn="l"/>
            <a:r>
              <a:rPr lang="en-MY" sz="2400" b="1" i="0" u="none" strike="noStrike" baseline="0" dirty="0">
                <a:latin typeface="CIDFont+F8"/>
              </a:rPr>
              <a:t>SALES</a:t>
            </a:r>
          </a:p>
          <a:p>
            <a:pPr algn="l"/>
            <a:r>
              <a:rPr lang="en-MY" sz="2400" b="1" i="0" u="none" strike="noStrike" baseline="0" dirty="0">
                <a:latin typeface="CIDFont+F8"/>
              </a:rPr>
              <a:t>PROFIT</a:t>
            </a:r>
            <a:endParaRPr lang="en-MY" sz="2400" b="1" dirty="0"/>
          </a:p>
        </p:txBody>
      </p:sp>
      <p:sp>
        <p:nvSpPr>
          <p:cNvPr id="23" name="Arrow: Up 22">
            <a:extLst>
              <a:ext uri="{FF2B5EF4-FFF2-40B4-BE49-F238E27FC236}">
                <a16:creationId xmlns:a16="http://schemas.microsoft.com/office/drawing/2014/main" id="{85E3B37E-D7AA-499D-6A6F-F479E33ACBE7}"/>
              </a:ext>
            </a:extLst>
          </p:cNvPr>
          <p:cNvSpPr/>
          <p:nvPr/>
        </p:nvSpPr>
        <p:spPr>
          <a:xfrm>
            <a:off x="499013" y="2181937"/>
            <a:ext cx="678370" cy="2302181"/>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5" name="Arrow: Up 24">
            <a:extLst>
              <a:ext uri="{FF2B5EF4-FFF2-40B4-BE49-F238E27FC236}">
                <a16:creationId xmlns:a16="http://schemas.microsoft.com/office/drawing/2014/main" id="{A2EF0A3B-3D91-915A-A18F-F2D458C005ED}"/>
              </a:ext>
            </a:extLst>
          </p:cNvPr>
          <p:cNvSpPr/>
          <p:nvPr/>
        </p:nvSpPr>
        <p:spPr>
          <a:xfrm>
            <a:off x="4750522" y="2336317"/>
            <a:ext cx="678370" cy="2302181"/>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6" name="Arrow: Up 25">
            <a:extLst>
              <a:ext uri="{FF2B5EF4-FFF2-40B4-BE49-F238E27FC236}">
                <a16:creationId xmlns:a16="http://schemas.microsoft.com/office/drawing/2014/main" id="{B5C8C9DA-E98B-CFB0-5EAE-0D05D470288F}"/>
              </a:ext>
            </a:extLst>
          </p:cNvPr>
          <p:cNvSpPr/>
          <p:nvPr/>
        </p:nvSpPr>
        <p:spPr>
          <a:xfrm>
            <a:off x="8032935" y="2181937"/>
            <a:ext cx="678370" cy="2302181"/>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8" name="TextBox 27">
            <a:extLst>
              <a:ext uri="{FF2B5EF4-FFF2-40B4-BE49-F238E27FC236}">
                <a16:creationId xmlns:a16="http://schemas.microsoft.com/office/drawing/2014/main" id="{FE4E270F-E84B-6321-BACB-AE18EBDDD2AC}"/>
              </a:ext>
            </a:extLst>
          </p:cNvPr>
          <p:cNvSpPr txBox="1"/>
          <p:nvPr/>
        </p:nvSpPr>
        <p:spPr>
          <a:xfrm>
            <a:off x="8711305" y="3788939"/>
            <a:ext cx="2327312" cy="830997"/>
          </a:xfrm>
          <a:prstGeom prst="rect">
            <a:avLst/>
          </a:prstGeom>
          <a:noFill/>
        </p:spPr>
        <p:txBody>
          <a:bodyPr wrap="square">
            <a:spAutoFit/>
          </a:bodyPr>
          <a:lstStyle/>
          <a:p>
            <a:pPr algn="l"/>
            <a:r>
              <a:rPr lang="en-MY" sz="2400" b="1" i="0" u="none" strike="noStrike" baseline="0" dirty="0">
                <a:latin typeface="CIDFont+F8"/>
              </a:rPr>
              <a:t>POTENTIAL</a:t>
            </a:r>
          </a:p>
          <a:p>
            <a:pPr algn="l"/>
            <a:r>
              <a:rPr lang="en-MY" sz="2400" b="1" i="0" u="none" strike="noStrike" baseline="0" dirty="0">
                <a:latin typeface="CIDFont+F8"/>
              </a:rPr>
              <a:t>DEMAND</a:t>
            </a:r>
            <a:endParaRPr lang="en-MY" sz="2400" b="1" dirty="0"/>
          </a:p>
        </p:txBody>
      </p:sp>
    </p:spTree>
    <p:extLst>
      <p:ext uri="{BB962C8B-B14F-4D97-AF65-F5344CB8AC3E}">
        <p14:creationId xmlns:p14="http://schemas.microsoft.com/office/powerpoint/2010/main" val="1028729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73F30-78BC-5C26-207E-C6B54FDF2772}"/>
              </a:ext>
            </a:extLst>
          </p:cNvPr>
          <p:cNvSpPr>
            <a:spLocks noGrp="1"/>
          </p:cNvSpPr>
          <p:nvPr>
            <p:ph type="title"/>
          </p:nvPr>
        </p:nvSpPr>
        <p:spPr/>
        <p:txBody>
          <a:bodyPr>
            <a:normAutofit fontScale="90000"/>
          </a:bodyPr>
          <a:lstStyle/>
          <a:p>
            <a:r>
              <a:rPr lang="ms-MY" dirty="0"/>
              <a:t>Audit Principles</a:t>
            </a:r>
            <a:br>
              <a:rPr lang="ms-MY" dirty="0"/>
            </a:br>
            <a:r>
              <a:rPr lang="en-US" b="0" i="1" dirty="0">
                <a:solidFill>
                  <a:srgbClr val="5A5A5A"/>
                </a:solidFill>
              </a:rPr>
              <a:t>What are audit principles?</a:t>
            </a:r>
            <a:endParaRPr lang="en-MY" dirty="0"/>
          </a:p>
        </p:txBody>
      </p:sp>
      <p:sp>
        <p:nvSpPr>
          <p:cNvPr id="3" name="Content Placeholder 2">
            <a:extLst>
              <a:ext uri="{FF2B5EF4-FFF2-40B4-BE49-F238E27FC236}">
                <a16:creationId xmlns:a16="http://schemas.microsoft.com/office/drawing/2014/main" id="{9C88C437-02A8-0F1B-13C2-06BDC62C5158}"/>
              </a:ext>
            </a:extLst>
          </p:cNvPr>
          <p:cNvSpPr>
            <a:spLocks noGrp="1"/>
          </p:cNvSpPr>
          <p:nvPr>
            <p:ph idx="1"/>
          </p:nvPr>
        </p:nvSpPr>
        <p:spPr/>
        <p:txBody>
          <a:bodyPr>
            <a:normAutofit/>
          </a:bodyPr>
          <a:lstStyle/>
          <a:p>
            <a:pPr algn="just">
              <a:buClr>
                <a:srgbClr val="5A5A5A"/>
              </a:buClr>
            </a:pPr>
            <a:r>
              <a:rPr lang="en-US" dirty="0">
                <a:solidFill>
                  <a:srgbClr val="000000"/>
                </a:solidFill>
                <a:cs typeface="Calibri" panose="020F0502020204030204" pitchFamily="34" charset="0"/>
              </a:rPr>
              <a:t>Audit principle is also known as auditing characteristic. </a:t>
            </a:r>
          </a:p>
          <a:p>
            <a:pPr algn="just">
              <a:buClr>
                <a:srgbClr val="5A5A5A"/>
              </a:buClr>
            </a:pPr>
            <a:r>
              <a:rPr lang="en-US" dirty="0">
                <a:solidFill>
                  <a:srgbClr val="000000"/>
                </a:solidFill>
                <a:cs typeface="Calibri" panose="020F0502020204030204" pitchFamily="34" charset="0"/>
              </a:rPr>
              <a:t>Implementing audit principles prevents audit findings to be clouded with negative influences such biases, personal interest, threats, and unfairness due to bribery in term on monetary, career advancement, grudge, and others.</a:t>
            </a:r>
          </a:p>
          <a:p>
            <a:pPr algn="just">
              <a:buClr>
                <a:srgbClr val="5A5A5A"/>
              </a:buClr>
            </a:pPr>
            <a:r>
              <a:rPr lang="en-US" dirty="0">
                <a:solidFill>
                  <a:srgbClr val="000000"/>
                </a:solidFill>
                <a:cs typeface="Calibri" panose="020F0502020204030204" pitchFamily="34" charset="0"/>
              </a:rPr>
              <a:t>Therefore, adherence to the audit principles is a prerequisite for providing audit conclusion which are relevant and sufficient.</a:t>
            </a:r>
          </a:p>
          <a:p>
            <a:pPr algn="just">
              <a:buClr>
                <a:srgbClr val="5A5A5A"/>
              </a:buClr>
            </a:pPr>
            <a:r>
              <a:rPr lang="en-US" dirty="0">
                <a:solidFill>
                  <a:srgbClr val="000000"/>
                </a:solidFill>
                <a:cs typeface="Calibri" panose="020F0502020204030204" pitchFamily="34" charset="0"/>
              </a:rPr>
              <a:t>Adhering to the audit principles also enable each auditor within the audit team to reach a similar audit conclusion. </a:t>
            </a:r>
            <a:endParaRPr lang="en-US" b="1" dirty="0">
              <a:solidFill>
                <a:srgbClr val="000000"/>
              </a:solidFill>
              <a:cs typeface="Calibri" panose="020F0502020204030204" pitchFamily="34" charset="0"/>
            </a:endParaRPr>
          </a:p>
          <a:p>
            <a:endParaRPr lang="en-MY" dirty="0"/>
          </a:p>
        </p:txBody>
      </p:sp>
      <p:sp>
        <p:nvSpPr>
          <p:cNvPr id="4" name="Date Placeholder 3">
            <a:extLst>
              <a:ext uri="{FF2B5EF4-FFF2-40B4-BE49-F238E27FC236}">
                <a16:creationId xmlns:a16="http://schemas.microsoft.com/office/drawing/2014/main" id="{AF9DA336-3F3D-2D7D-F20F-CD5C595A19B1}"/>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B45AFA8B-83BC-BF3A-2639-7C5A7732AF15}"/>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246B6ECA-7E5A-1B56-F1CE-5F1CBD0B18B1}"/>
              </a:ext>
            </a:extLst>
          </p:cNvPr>
          <p:cNvSpPr>
            <a:spLocks noGrp="1"/>
          </p:cNvSpPr>
          <p:nvPr>
            <p:ph type="sldNum" sz="quarter" idx="12"/>
          </p:nvPr>
        </p:nvSpPr>
        <p:spPr/>
        <p:txBody>
          <a:bodyPr/>
          <a:lstStyle/>
          <a:p>
            <a:fld id="{FB2FB115-6801-42A4-BE77-362A11867301}" type="slidenum">
              <a:rPr lang="en-US" smtClean="0"/>
              <a:t>22</a:t>
            </a:fld>
            <a:endParaRPr lang="en-US"/>
          </a:p>
        </p:txBody>
      </p:sp>
    </p:spTree>
    <p:extLst>
      <p:ext uri="{BB962C8B-B14F-4D97-AF65-F5344CB8AC3E}">
        <p14:creationId xmlns:p14="http://schemas.microsoft.com/office/powerpoint/2010/main" val="3756475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8699E-D789-2285-12B1-B4BF968CFF76}"/>
              </a:ext>
            </a:extLst>
          </p:cNvPr>
          <p:cNvSpPr>
            <a:spLocks noGrp="1"/>
          </p:cNvSpPr>
          <p:nvPr>
            <p:ph type="title"/>
          </p:nvPr>
        </p:nvSpPr>
        <p:spPr/>
        <p:txBody>
          <a:bodyPr>
            <a:normAutofit fontScale="90000"/>
          </a:bodyPr>
          <a:lstStyle/>
          <a:p>
            <a:r>
              <a:rPr lang="ms-MY" dirty="0"/>
              <a:t>Audit Principles</a:t>
            </a:r>
            <a:br>
              <a:rPr lang="ms-MY" dirty="0"/>
            </a:br>
            <a:r>
              <a:rPr lang="en-US" b="0" i="1" dirty="0">
                <a:solidFill>
                  <a:srgbClr val="5A5A5A"/>
                </a:solidFill>
              </a:rPr>
              <a:t>The importance of audit principles</a:t>
            </a:r>
            <a:endParaRPr lang="en-MY" dirty="0"/>
          </a:p>
        </p:txBody>
      </p:sp>
      <p:sp>
        <p:nvSpPr>
          <p:cNvPr id="3" name="Content Placeholder 2">
            <a:extLst>
              <a:ext uri="{FF2B5EF4-FFF2-40B4-BE49-F238E27FC236}">
                <a16:creationId xmlns:a16="http://schemas.microsoft.com/office/drawing/2014/main" id="{4E49E050-8DAE-F39B-97D3-CC4E76DF3134}"/>
              </a:ext>
            </a:extLst>
          </p:cNvPr>
          <p:cNvSpPr>
            <a:spLocks noGrp="1"/>
          </p:cNvSpPr>
          <p:nvPr>
            <p:ph idx="1"/>
          </p:nvPr>
        </p:nvSpPr>
        <p:spPr>
          <a:xfrm>
            <a:off x="838202" y="1613647"/>
            <a:ext cx="5401233" cy="4563316"/>
          </a:xfrm>
        </p:spPr>
        <p:txBody>
          <a:bodyPr/>
          <a:lstStyle/>
          <a:p>
            <a:pPr marL="342900" indent="-342900" algn="just">
              <a:buClr>
                <a:srgbClr val="5A5A5A"/>
              </a:buClr>
            </a:pPr>
            <a:r>
              <a:rPr lang="en-US" dirty="0">
                <a:solidFill>
                  <a:srgbClr val="000000"/>
                </a:solidFill>
                <a:cs typeface="Calibri" panose="020F0502020204030204" pitchFamily="34" charset="0"/>
              </a:rPr>
              <a:t>Assist in ensuring the audit to become a reliable and effective tool for performance improvement</a:t>
            </a:r>
          </a:p>
          <a:p>
            <a:pPr marL="342900" indent="-342900" algn="just">
              <a:buClr>
                <a:srgbClr val="5A5A5A"/>
              </a:buClr>
            </a:pPr>
            <a:r>
              <a:rPr lang="en-US" dirty="0">
                <a:solidFill>
                  <a:srgbClr val="000000"/>
                </a:solidFill>
                <a:cs typeface="Calibri" panose="020F0502020204030204" pitchFamily="34" charset="0"/>
              </a:rPr>
              <a:t>Assist in reaching similar and/ or standard audit finding and conclusion</a:t>
            </a:r>
            <a:endParaRPr lang="en-US" b="1" dirty="0">
              <a:solidFill>
                <a:srgbClr val="000000"/>
              </a:solidFill>
              <a:cs typeface="Calibri" panose="020F0502020204030204" pitchFamily="34" charset="0"/>
            </a:endParaRPr>
          </a:p>
          <a:p>
            <a:endParaRPr lang="en-MY" dirty="0"/>
          </a:p>
        </p:txBody>
      </p:sp>
      <p:sp>
        <p:nvSpPr>
          <p:cNvPr id="4" name="Date Placeholder 3">
            <a:extLst>
              <a:ext uri="{FF2B5EF4-FFF2-40B4-BE49-F238E27FC236}">
                <a16:creationId xmlns:a16="http://schemas.microsoft.com/office/drawing/2014/main" id="{5E8C2709-9E97-5556-8EFB-8EA76EC5D853}"/>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82E43D98-3775-3AB0-BA22-037DDE8F6FF4}"/>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33967A0E-94F1-42EC-23C1-83A8718C5367}"/>
              </a:ext>
            </a:extLst>
          </p:cNvPr>
          <p:cNvSpPr>
            <a:spLocks noGrp="1"/>
          </p:cNvSpPr>
          <p:nvPr>
            <p:ph type="sldNum" sz="quarter" idx="12"/>
          </p:nvPr>
        </p:nvSpPr>
        <p:spPr/>
        <p:txBody>
          <a:bodyPr/>
          <a:lstStyle/>
          <a:p>
            <a:fld id="{FB2FB115-6801-42A4-BE77-362A11867301}" type="slidenum">
              <a:rPr lang="en-US" smtClean="0"/>
              <a:t>23</a:t>
            </a:fld>
            <a:endParaRPr lang="en-US"/>
          </a:p>
        </p:txBody>
      </p:sp>
      <p:pic>
        <p:nvPicPr>
          <p:cNvPr id="7" name="Picture 2">
            <a:extLst>
              <a:ext uri="{FF2B5EF4-FFF2-40B4-BE49-F238E27FC236}">
                <a16:creationId xmlns:a16="http://schemas.microsoft.com/office/drawing/2014/main" id="{75FEC151-08A9-FEA6-BCA8-0BA5713280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160" b="2557"/>
          <a:stretch/>
        </p:blipFill>
        <p:spPr bwMode="auto">
          <a:xfrm>
            <a:off x="6825536" y="1285168"/>
            <a:ext cx="4794417" cy="4392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86666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13FC7-7F1A-E5CF-7BCF-2EF4B6BA0CAA}"/>
              </a:ext>
            </a:extLst>
          </p:cNvPr>
          <p:cNvSpPr>
            <a:spLocks noGrp="1"/>
          </p:cNvSpPr>
          <p:nvPr>
            <p:ph type="title"/>
          </p:nvPr>
        </p:nvSpPr>
        <p:spPr/>
        <p:txBody>
          <a:bodyPr>
            <a:normAutofit fontScale="90000"/>
          </a:bodyPr>
          <a:lstStyle/>
          <a:p>
            <a:r>
              <a:rPr lang="ms-MY" dirty="0"/>
              <a:t>Audit Principles</a:t>
            </a:r>
            <a:br>
              <a:rPr lang="ms-MY" dirty="0"/>
            </a:br>
            <a:r>
              <a:rPr lang="en-US" b="0" i="1" dirty="0">
                <a:solidFill>
                  <a:srgbClr val="5A5A5A"/>
                </a:solidFill>
              </a:rPr>
              <a:t>Ethical Conduct</a:t>
            </a:r>
            <a:endParaRPr lang="en-MY" dirty="0"/>
          </a:p>
        </p:txBody>
      </p:sp>
      <p:sp>
        <p:nvSpPr>
          <p:cNvPr id="3" name="Content Placeholder 2">
            <a:extLst>
              <a:ext uri="{FF2B5EF4-FFF2-40B4-BE49-F238E27FC236}">
                <a16:creationId xmlns:a16="http://schemas.microsoft.com/office/drawing/2014/main" id="{F6E75F94-B340-8BB4-4B07-1886CD576C3E}"/>
              </a:ext>
            </a:extLst>
          </p:cNvPr>
          <p:cNvSpPr>
            <a:spLocks noGrp="1"/>
          </p:cNvSpPr>
          <p:nvPr>
            <p:ph idx="1"/>
          </p:nvPr>
        </p:nvSpPr>
        <p:spPr/>
        <p:txBody>
          <a:bodyPr/>
          <a:lstStyle/>
          <a:p>
            <a:r>
              <a:rPr lang="en-US" dirty="0">
                <a:solidFill>
                  <a:srgbClr val="000000"/>
                </a:solidFill>
                <a:cs typeface="Calibri" panose="020F0502020204030204" pitchFamily="34" charset="0"/>
              </a:rPr>
              <a:t>Ethical conduct is a foundation of professionalism and must be applied by the auditor at all times. It is one of the core elements that need to be practiced by every auditor. </a:t>
            </a:r>
          </a:p>
          <a:p>
            <a:r>
              <a:rPr lang="en-US" dirty="0">
                <a:solidFill>
                  <a:srgbClr val="000000"/>
                </a:solidFill>
                <a:cs typeface="Calibri" panose="020F0502020204030204" pitchFamily="34" charset="0"/>
              </a:rPr>
              <a:t>Under ethical conduct itself, there are 4 items which you will have to fulfill:</a:t>
            </a:r>
          </a:p>
          <a:p>
            <a:endParaRPr lang="en-MY" dirty="0"/>
          </a:p>
        </p:txBody>
      </p:sp>
      <p:sp>
        <p:nvSpPr>
          <p:cNvPr id="4" name="Date Placeholder 3">
            <a:extLst>
              <a:ext uri="{FF2B5EF4-FFF2-40B4-BE49-F238E27FC236}">
                <a16:creationId xmlns:a16="http://schemas.microsoft.com/office/drawing/2014/main" id="{4915D0F8-D58D-DA7C-658E-27F43A5161CB}"/>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CC9572F2-C023-0E0D-6F12-4946A7C7545E}"/>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BB13D7D8-1F18-4F8B-2621-F0470FB48CC8}"/>
              </a:ext>
            </a:extLst>
          </p:cNvPr>
          <p:cNvSpPr>
            <a:spLocks noGrp="1"/>
          </p:cNvSpPr>
          <p:nvPr>
            <p:ph type="sldNum" sz="quarter" idx="12"/>
          </p:nvPr>
        </p:nvSpPr>
        <p:spPr/>
        <p:txBody>
          <a:bodyPr/>
          <a:lstStyle/>
          <a:p>
            <a:fld id="{FB2FB115-6801-42A4-BE77-362A11867301}" type="slidenum">
              <a:rPr lang="en-US" smtClean="0"/>
              <a:t>24</a:t>
            </a:fld>
            <a:endParaRPr lang="en-US"/>
          </a:p>
        </p:txBody>
      </p:sp>
      <p:pic>
        <p:nvPicPr>
          <p:cNvPr id="9" name="Picture 2">
            <a:extLst>
              <a:ext uri="{FF2B5EF4-FFF2-40B4-BE49-F238E27FC236}">
                <a16:creationId xmlns:a16="http://schemas.microsoft.com/office/drawing/2014/main" id="{A216672A-3B8C-EBFC-E652-99A070D244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4601" y="3072211"/>
            <a:ext cx="4568801" cy="3194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39713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F5409-802E-A11E-040D-1F3C2CCD53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175222-3442-A8DD-6375-48641FDABE7E}"/>
              </a:ext>
            </a:extLst>
          </p:cNvPr>
          <p:cNvSpPr>
            <a:spLocks noGrp="1"/>
          </p:cNvSpPr>
          <p:nvPr>
            <p:ph type="title"/>
          </p:nvPr>
        </p:nvSpPr>
        <p:spPr/>
        <p:txBody>
          <a:bodyPr>
            <a:normAutofit fontScale="90000"/>
          </a:bodyPr>
          <a:lstStyle/>
          <a:p>
            <a:r>
              <a:rPr lang="ms-MY" dirty="0"/>
              <a:t>Audit Principles</a:t>
            </a:r>
            <a:br>
              <a:rPr lang="ms-MY" dirty="0"/>
            </a:br>
            <a:r>
              <a:rPr lang="en-US" b="0" i="1" dirty="0">
                <a:solidFill>
                  <a:srgbClr val="5A5A5A"/>
                </a:solidFill>
              </a:rPr>
              <a:t>Ethical Conduct</a:t>
            </a:r>
            <a:endParaRPr lang="en-MY" dirty="0"/>
          </a:p>
        </p:txBody>
      </p:sp>
      <p:sp>
        <p:nvSpPr>
          <p:cNvPr id="3" name="Content Placeholder 2">
            <a:extLst>
              <a:ext uri="{FF2B5EF4-FFF2-40B4-BE49-F238E27FC236}">
                <a16:creationId xmlns:a16="http://schemas.microsoft.com/office/drawing/2014/main" id="{8671E959-CA59-3765-F432-87F9F288C4F8}"/>
              </a:ext>
            </a:extLst>
          </p:cNvPr>
          <p:cNvSpPr>
            <a:spLocks noGrp="1"/>
          </p:cNvSpPr>
          <p:nvPr>
            <p:ph idx="1"/>
          </p:nvPr>
        </p:nvSpPr>
        <p:spPr/>
        <p:txBody>
          <a:bodyPr/>
          <a:lstStyle/>
          <a:p>
            <a:pPr algn="just">
              <a:buClr>
                <a:srgbClr val="5A5A5A"/>
              </a:buClr>
            </a:pPr>
            <a:r>
              <a:rPr lang="en-US" b="1" dirty="0">
                <a:solidFill>
                  <a:srgbClr val="000000"/>
                </a:solidFill>
                <a:cs typeface="Calibri" panose="020F0502020204030204" pitchFamily="34" charset="0"/>
              </a:rPr>
              <a:t>Trust </a:t>
            </a:r>
            <a:r>
              <a:rPr lang="en-US" dirty="0">
                <a:solidFill>
                  <a:srgbClr val="000000"/>
                </a:solidFill>
                <a:cs typeface="Calibri" panose="020F0502020204030204" pitchFamily="34" charset="0"/>
              </a:rPr>
              <a:t>- Conducting audit in a professional manner, will develop trust in auditee. Thus, give rise to development of true information and facilitate conducive audit environment. Having trust results in achieving audit objective and improvement of business</a:t>
            </a:r>
          </a:p>
          <a:p>
            <a:pPr algn="just">
              <a:buClr>
                <a:srgbClr val="5A5A5A"/>
              </a:buClr>
            </a:pPr>
            <a:endParaRPr lang="en-US" dirty="0">
              <a:solidFill>
                <a:srgbClr val="000000"/>
              </a:solidFill>
              <a:cs typeface="Calibri" panose="020F0502020204030204" pitchFamily="34" charset="0"/>
            </a:endParaRPr>
          </a:p>
          <a:p>
            <a:pPr algn="just">
              <a:buClr>
                <a:srgbClr val="5A5A5A"/>
              </a:buClr>
            </a:pPr>
            <a:r>
              <a:rPr lang="en-US" b="1" dirty="0">
                <a:solidFill>
                  <a:srgbClr val="000000"/>
                </a:solidFill>
                <a:cs typeface="Calibri" panose="020F0502020204030204" pitchFamily="34" charset="0"/>
              </a:rPr>
              <a:t>Integrity</a:t>
            </a:r>
          </a:p>
          <a:p>
            <a:endParaRPr lang="en-MY" dirty="0"/>
          </a:p>
        </p:txBody>
      </p:sp>
      <p:sp>
        <p:nvSpPr>
          <p:cNvPr id="4" name="Date Placeholder 3">
            <a:extLst>
              <a:ext uri="{FF2B5EF4-FFF2-40B4-BE49-F238E27FC236}">
                <a16:creationId xmlns:a16="http://schemas.microsoft.com/office/drawing/2014/main" id="{CD4983B6-C5EA-95F1-EFF2-782C500355E8}"/>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58824C85-4666-7E46-96AE-998463F65531}"/>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2B48ABF1-3846-3879-723C-D197269622C9}"/>
              </a:ext>
            </a:extLst>
          </p:cNvPr>
          <p:cNvSpPr>
            <a:spLocks noGrp="1"/>
          </p:cNvSpPr>
          <p:nvPr>
            <p:ph type="sldNum" sz="quarter" idx="12"/>
          </p:nvPr>
        </p:nvSpPr>
        <p:spPr/>
        <p:txBody>
          <a:bodyPr/>
          <a:lstStyle/>
          <a:p>
            <a:fld id="{FB2FB115-6801-42A4-BE77-362A11867301}" type="slidenum">
              <a:rPr lang="en-US" smtClean="0"/>
              <a:t>25</a:t>
            </a:fld>
            <a:endParaRPr lang="en-US"/>
          </a:p>
        </p:txBody>
      </p:sp>
      <p:pic>
        <p:nvPicPr>
          <p:cNvPr id="7" name="Picture 2">
            <a:extLst>
              <a:ext uri="{FF2B5EF4-FFF2-40B4-BE49-F238E27FC236}">
                <a16:creationId xmlns:a16="http://schemas.microsoft.com/office/drawing/2014/main" id="{CDC6B835-9C84-36AA-C6FB-C4D107A417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2" y="3217461"/>
            <a:ext cx="5661122" cy="2959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65375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92188-B105-6549-671C-3A95ADC32A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A211DC-144B-080E-AE2A-7B337601CF7A}"/>
              </a:ext>
            </a:extLst>
          </p:cNvPr>
          <p:cNvSpPr>
            <a:spLocks noGrp="1"/>
          </p:cNvSpPr>
          <p:nvPr>
            <p:ph type="title"/>
          </p:nvPr>
        </p:nvSpPr>
        <p:spPr/>
        <p:txBody>
          <a:bodyPr>
            <a:normAutofit fontScale="90000"/>
          </a:bodyPr>
          <a:lstStyle/>
          <a:p>
            <a:r>
              <a:rPr lang="ms-MY" dirty="0"/>
              <a:t>Audit Principles</a:t>
            </a:r>
            <a:br>
              <a:rPr lang="ms-MY" dirty="0"/>
            </a:br>
            <a:r>
              <a:rPr lang="en-US" b="0" i="1" dirty="0">
                <a:solidFill>
                  <a:srgbClr val="5A5A5A"/>
                </a:solidFill>
              </a:rPr>
              <a:t>Ethical Conduct</a:t>
            </a:r>
            <a:endParaRPr lang="en-MY" dirty="0"/>
          </a:p>
        </p:txBody>
      </p:sp>
      <p:sp>
        <p:nvSpPr>
          <p:cNvPr id="3" name="Content Placeholder 2">
            <a:extLst>
              <a:ext uri="{FF2B5EF4-FFF2-40B4-BE49-F238E27FC236}">
                <a16:creationId xmlns:a16="http://schemas.microsoft.com/office/drawing/2014/main" id="{23CA14F5-FA17-6263-78C4-88914C7F23B4}"/>
              </a:ext>
            </a:extLst>
          </p:cNvPr>
          <p:cNvSpPr>
            <a:spLocks noGrp="1"/>
          </p:cNvSpPr>
          <p:nvPr>
            <p:ph idx="1"/>
          </p:nvPr>
        </p:nvSpPr>
        <p:spPr/>
        <p:txBody>
          <a:bodyPr/>
          <a:lstStyle/>
          <a:p>
            <a:pPr algn="just">
              <a:buClr>
                <a:srgbClr val="5A5A5A"/>
              </a:buClr>
            </a:pPr>
            <a:r>
              <a:rPr lang="en-US" b="1" dirty="0">
                <a:solidFill>
                  <a:srgbClr val="000000"/>
                </a:solidFill>
                <a:cs typeface="Calibri" panose="020F0502020204030204" pitchFamily="34" charset="0"/>
              </a:rPr>
              <a:t>Confidentiality</a:t>
            </a:r>
          </a:p>
          <a:p>
            <a:pPr marL="342900" indent="-342900" algn="just">
              <a:buClr>
                <a:srgbClr val="5A5A5A"/>
              </a:buClr>
            </a:pPr>
            <a:r>
              <a:rPr lang="en-US" dirty="0">
                <a:solidFill>
                  <a:srgbClr val="000000"/>
                </a:solidFill>
                <a:cs typeface="Calibri" panose="020F0502020204030204" pitchFamily="34" charset="0"/>
              </a:rPr>
              <a:t>Safe guarding the audit findings – Data &amp; Information</a:t>
            </a:r>
          </a:p>
          <a:p>
            <a:pPr marL="342900" indent="-342900" algn="just">
              <a:buClr>
                <a:srgbClr val="5A5A5A"/>
              </a:buClr>
            </a:pPr>
            <a:r>
              <a:rPr lang="en-US" dirty="0">
                <a:solidFill>
                  <a:srgbClr val="000000"/>
                </a:solidFill>
                <a:cs typeface="Calibri" panose="020F0502020204030204" pitchFamily="34" charset="0"/>
              </a:rPr>
              <a:t>Shall not be disclosed in any manner including - Sharing in hard copy or soft copy of data or information &amp; talking or speaking</a:t>
            </a:r>
          </a:p>
          <a:p>
            <a:pPr marL="342900" indent="-342900" algn="just">
              <a:buClr>
                <a:srgbClr val="5A5A5A"/>
              </a:buClr>
            </a:pPr>
            <a:endParaRPr lang="en-US" dirty="0">
              <a:solidFill>
                <a:srgbClr val="000000"/>
              </a:solidFill>
              <a:cs typeface="Calibri" panose="020F0502020204030204" pitchFamily="34" charset="0"/>
            </a:endParaRPr>
          </a:p>
          <a:p>
            <a:pPr algn="just">
              <a:buClr>
                <a:srgbClr val="5A5A5A"/>
              </a:buClr>
            </a:pPr>
            <a:r>
              <a:rPr lang="en-US" b="1" dirty="0">
                <a:solidFill>
                  <a:srgbClr val="000000"/>
                </a:solidFill>
                <a:cs typeface="Calibri" panose="020F0502020204030204" pitchFamily="34" charset="0"/>
              </a:rPr>
              <a:t>Discretion</a:t>
            </a:r>
          </a:p>
          <a:p>
            <a:pPr algn="just">
              <a:buClr>
                <a:srgbClr val="5A5A5A"/>
              </a:buClr>
            </a:pPr>
            <a:r>
              <a:rPr lang="en-US" dirty="0">
                <a:solidFill>
                  <a:srgbClr val="000000"/>
                </a:solidFill>
                <a:cs typeface="Calibri" panose="020F0502020204030204" pitchFamily="34" charset="0"/>
              </a:rPr>
              <a:t>Demonstrate intelligence:</a:t>
            </a:r>
          </a:p>
          <a:p>
            <a:pPr marL="342900" indent="-342900" algn="just">
              <a:buClr>
                <a:srgbClr val="5A5A5A"/>
              </a:buClr>
            </a:pPr>
            <a:r>
              <a:rPr lang="en-US" dirty="0">
                <a:solidFill>
                  <a:srgbClr val="000000"/>
                </a:solidFill>
                <a:cs typeface="Calibri" panose="020F0502020204030204" pitchFamily="34" charset="0"/>
              </a:rPr>
              <a:t>Demonstrate sound judgment</a:t>
            </a:r>
          </a:p>
          <a:p>
            <a:pPr marL="342900" indent="-342900" algn="just">
              <a:buClr>
                <a:srgbClr val="5A5A5A"/>
              </a:buClr>
            </a:pPr>
            <a:r>
              <a:rPr lang="en-US" dirty="0">
                <a:solidFill>
                  <a:srgbClr val="000000"/>
                </a:solidFill>
                <a:cs typeface="Calibri" panose="020F0502020204030204" pitchFamily="34" charset="0"/>
              </a:rPr>
              <a:t>Ability to differentiate important/critical information during audit</a:t>
            </a:r>
          </a:p>
        </p:txBody>
      </p:sp>
      <p:sp>
        <p:nvSpPr>
          <p:cNvPr id="4" name="Date Placeholder 3">
            <a:extLst>
              <a:ext uri="{FF2B5EF4-FFF2-40B4-BE49-F238E27FC236}">
                <a16:creationId xmlns:a16="http://schemas.microsoft.com/office/drawing/2014/main" id="{FE7B5707-F225-2A88-A908-C97E99D6E87D}"/>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520292B2-1127-1CA1-E709-B64E00D1169A}"/>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6076557B-298F-433D-0CB3-2FBA6FD83F06}"/>
              </a:ext>
            </a:extLst>
          </p:cNvPr>
          <p:cNvSpPr>
            <a:spLocks noGrp="1"/>
          </p:cNvSpPr>
          <p:nvPr>
            <p:ph type="sldNum" sz="quarter" idx="12"/>
          </p:nvPr>
        </p:nvSpPr>
        <p:spPr/>
        <p:txBody>
          <a:bodyPr/>
          <a:lstStyle/>
          <a:p>
            <a:fld id="{FB2FB115-6801-42A4-BE77-362A11867301}" type="slidenum">
              <a:rPr lang="en-US" smtClean="0"/>
              <a:t>26</a:t>
            </a:fld>
            <a:endParaRPr lang="en-US"/>
          </a:p>
        </p:txBody>
      </p:sp>
    </p:spTree>
    <p:extLst>
      <p:ext uri="{BB962C8B-B14F-4D97-AF65-F5344CB8AC3E}">
        <p14:creationId xmlns:p14="http://schemas.microsoft.com/office/powerpoint/2010/main" val="40319937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12BA0-2E10-4F87-775F-853A30B8C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98CA7E-6D1F-DE38-2881-09CCFB46A5E1}"/>
              </a:ext>
            </a:extLst>
          </p:cNvPr>
          <p:cNvSpPr>
            <a:spLocks noGrp="1"/>
          </p:cNvSpPr>
          <p:nvPr>
            <p:ph type="title"/>
          </p:nvPr>
        </p:nvSpPr>
        <p:spPr/>
        <p:txBody>
          <a:bodyPr>
            <a:normAutofit fontScale="90000"/>
          </a:bodyPr>
          <a:lstStyle/>
          <a:p>
            <a:r>
              <a:rPr lang="ms-MY" dirty="0"/>
              <a:t>Audit Principles</a:t>
            </a:r>
            <a:br>
              <a:rPr lang="ms-MY" dirty="0"/>
            </a:br>
            <a:r>
              <a:rPr lang="en-US" b="0" i="1" dirty="0">
                <a:solidFill>
                  <a:srgbClr val="5A5A5A"/>
                </a:solidFill>
              </a:rPr>
              <a:t>Fair Presentation</a:t>
            </a:r>
            <a:endParaRPr lang="en-MY" dirty="0"/>
          </a:p>
        </p:txBody>
      </p:sp>
      <p:sp>
        <p:nvSpPr>
          <p:cNvPr id="3" name="Content Placeholder 2">
            <a:extLst>
              <a:ext uri="{FF2B5EF4-FFF2-40B4-BE49-F238E27FC236}">
                <a16:creationId xmlns:a16="http://schemas.microsoft.com/office/drawing/2014/main" id="{50C7D7E4-B50C-6E91-54DB-DB65FD0246D1}"/>
              </a:ext>
            </a:extLst>
          </p:cNvPr>
          <p:cNvSpPr>
            <a:spLocks noGrp="1"/>
          </p:cNvSpPr>
          <p:nvPr>
            <p:ph idx="1"/>
          </p:nvPr>
        </p:nvSpPr>
        <p:spPr/>
        <p:txBody>
          <a:bodyPr>
            <a:normAutofit fontScale="92500" lnSpcReduction="20000"/>
          </a:bodyPr>
          <a:lstStyle/>
          <a:p>
            <a:r>
              <a:rPr lang="en-US" dirty="0">
                <a:solidFill>
                  <a:srgbClr val="000000"/>
                </a:solidFill>
                <a:cs typeface="Calibri" panose="020F0502020204030204" pitchFamily="34" charset="0"/>
              </a:rPr>
              <a:t>Fair presentation refers to the communication of the audit activities in the audit findings, audit conclusion and audit report, which are to be presented truthfully and accurately. It is also to include any arising issues in terms of obstacles and unresolved differences in opinion between the audit team and auditee.</a:t>
            </a:r>
          </a:p>
          <a:p>
            <a:endParaRPr lang="en-MY" dirty="0"/>
          </a:p>
          <a:p>
            <a:endParaRPr lang="en-MY" dirty="0"/>
          </a:p>
          <a:p>
            <a:endParaRPr lang="en-MY" dirty="0"/>
          </a:p>
          <a:p>
            <a:endParaRPr lang="en-MY" dirty="0"/>
          </a:p>
          <a:p>
            <a:endParaRPr lang="en-MY" dirty="0"/>
          </a:p>
          <a:p>
            <a:r>
              <a:rPr lang="en-US" dirty="0">
                <a:solidFill>
                  <a:srgbClr val="000000"/>
                </a:solidFill>
                <a:cs typeface="Calibri" panose="020F0502020204030204" pitchFamily="34" charset="0"/>
              </a:rPr>
              <a:t>Audit findings need to be a factual item of evidence relating to a specific requirement. The audit evidence needs to be appropriate and sufficient, this includes documentation/ recordings/ agreement with auditee.</a:t>
            </a:r>
          </a:p>
        </p:txBody>
      </p:sp>
      <p:sp>
        <p:nvSpPr>
          <p:cNvPr id="4" name="Date Placeholder 3">
            <a:extLst>
              <a:ext uri="{FF2B5EF4-FFF2-40B4-BE49-F238E27FC236}">
                <a16:creationId xmlns:a16="http://schemas.microsoft.com/office/drawing/2014/main" id="{674B50D3-57E1-8D8D-2C3C-52DD1DA21B5D}"/>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C21399C1-CA76-0F0F-4F51-618DCE796115}"/>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04480F30-5E81-BF50-583B-4F1AAA58D09E}"/>
              </a:ext>
            </a:extLst>
          </p:cNvPr>
          <p:cNvSpPr>
            <a:spLocks noGrp="1"/>
          </p:cNvSpPr>
          <p:nvPr>
            <p:ph type="sldNum" sz="quarter" idx="12"/>
          </p:nvPr>
        </p:nvSpPr>
        <p:spPr/>
        <p:txBody>
          <a:bodyPr/>
          <a:lstStyle/>
          <a:p>
            <a:fld id="{FB2FB115-6801-42A4-BE77-362A11867301}" type="slidenum">
              <a:rPr lang="en-US" smtClean="0"/>
              <a:t>27</a:t>
            </a:fld>
            <a:endParaRPr lang="en-US"/>
          </a:p>
        </p:txBody>
      </p:sp>
      <p:pic>
        <p:nvPicPr>
          <p:cNvPr id="7" name="Picture 2">
            <a:extLst>
              <a:ext uri="{FF2B5EF4-FFF2-40B4-BE49-F238E27FC236}">
                <a16:creationId xmlns:a16="http://schemas.microsoft.com/office/drawing/2014/main" id="{2987157C-AA61-E023-C987-E5DB9FC933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7389" y="2873776"/>
            <a:ext cx="5434804" cy="1866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62458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04A82-6653-9654-CCA0-21B8D1C832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C88D7C-FE5D-3E25-B4E1-C560FCB4A82E}"/>
              </a:ext>
            </a:extLst>
          </p:cNvPr>
          <p:cNvSpPr>
            <a:spLocks noGrp="1"/>
          </p:cNvSpPr>
          <p:nvPr>
            <p:ph type="title"/>
          </p:nvPr>
        </p:nvSpPr>
        <p:spPr/>
        <p:txBody>
          <a:bodyPr>
            <a:normAutofit fontScale="90000"/>
          </a:bodyPr>
          <a:lstStyle/>
          <a:p>
            <a:r>
              <a:rPr lang="ms-MY" dirty="0"/>
              <a:t>Audit Principles</a:t>
            </a:r>
            <a:br>
              <a:rPr lang="ms-MY" dirty="0"/>
            </a:br>
            <a:r>
              <a:rPr lang="en-US" b="0" i="1" dirty="0">
                <a:solidFill>
                  <a:srgbClr val="5A5A5A"/>
                </a:solidFill>
              </a:rPr>
              <a:t>Due Professional Care</a:t>
            </a:r>
            <a:endParaRPr lang="en-MY" dirty="0"/>
          </a:p>
        </p:txBody>
      </p:sp>
      <p:sp>
        <p:nvSpPr>
          <p:cNvPr id="4" name="Date Placeholder 3">
            <a:extLst>
              <a:ext uri="{FF2B5EF4-FFF2-40B4-BE49-F238E27FC236}">
                <a16:creationId xmlns:a16="http://schemas.microsoft.com/office/drawing/2014/main" id="{97B347F5-4306-7E26-A4BD-5AB386A78DB5}"/>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40B30648-2285-F4D2-5D11-794364BDD337}"/>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234D1243-1965-94E6-4BC2-EA90460B3E1A}"/>
              </a:ext>
            </a:extLst>
          </p:cNvPr>
          <p:cNvSpPr>
            <a:spLocks noGrp="1"/>
          </p:cNvSpPr>
          <p:nvPr>
            <p:ph type="sldNum" sz="quarter" idx="12"/>
          </p:nvPr>
        </p:nvSpPr>
        <p:spPr/>
        <p:txBody>
          <a:bodyPr/>
          <a:lstStyle/>
          <a:p>
            <a:fld id="{FB2FB115-6801-42A4-BE77-362A11867301}" type="slidenum">
              <a:rPr lang="en-US" smtClean="0"/>
              <a:t>28</a:t>
            </a:fld>
            <a:endParaRPr lang="en-US"/>
          </a:p>
        </p:txBody>
      </p:sp>
      <p:sp>
        <p:nvSpPr>
          <p:cNvPr id="7" name="Text Placeholder 5">
            <a:extLst>
              <a:ext uri="{FF2B5EF4-FFF2-40B4-BE49-F238E27FC236}">
                <a16:creationId xmlns:a16="http://schemas.microsoft.com/office/drawing/2014/main" id="{9F91A6F8-5FBD-FC56-AF90-2310139F9B19}"/>
              </a:ext>
            </a:extLst>
          </p:cNvPr>
          <p:cNvSpPr txBox="1">
            <a:spLocks/>
          </p:cNvSpPr>
          <p:nvPr/>
        </p:nvSpPr>
        <p:spPr>
          <a:xfrm>
            <a:off x="945773" y="1367321"/>
            <a:ext cx="8453885" cy="677108"/>
          </a:xfrm>
          <a:prstGeom prst="rect">
            <a:avLst/>
          </a:prstGeom>
        </p:spPr>
        <p:txBody>
          <a:bodyPr wrap="square" lIns="0" tIns="0" rIns="0" bIns="0">
            <a:spAutoFit/>
          </a:bodyPr>
          <a:lstStyle>
            <a:lvl1pPr marL="0" indent="0" algn="l" defTabSz="895350"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82563" indent="-180975" algn="l" defTabSz="895350" rtl="0" eaLnBrk="1" fontAlgn="base" hangingPunct="1">
              <a:spcBef>
                <a:spcPct val="0"/>
              </a:spcBef>
              <a:spcAft>
                <a:spcPct val="0"/>
              </a:spcAft>
              <a:buClrTx/>
              <a:buSzPct val="120000"/>
              <a:buFont typeface="Arial" pitchFamily="34" charset="0"/>
              <a:buChar char="•"/>
              <a:defRPr sz="1600" baseline="0">
                <a:solidFill>
                  <a:schemeClr val="tx1"/>
                </a:solidFill>
                <a:latin typeface="+mn-lt"/>
              </a:defRPr>
            </a:lvl2pPr>
            <a:lvl3pPr marL="358775" indent="-176213" algn="l" defTabSz="895350" rtl="0" eaLnBrk="1" fontAlgn="base" hangingPunct="1">
              <a:spcBef>
                <a:spcPct val="0"/>
              </a:spcBef>
              <a:spcAft>
                <a:spcPct val="0"/>
              </a:spcAft>
              <a:buClrTx/>
              <a:buSzPct val="100000"/>
              <a:buFont typeface="Calibri" pitchFamily="34" charset="0"/>
              <a:buChar char="–"/>
              <a:defRPr sz="1600" baseline="0">
                <a:solidFill>
                  <a:schemeClr val="tx1"/>
                </a:solidFill>
                <a:latin typeface="+mn-lt"/>
              </a:defRPr>
            </a:lvl3pPr>
            <a:lvl4pPr marL="541338" indent="-182563" algn="l" defTabSz="895350" rtl="0" eaLnBrk="1" fontAlgn="base" hangingPunct="1">
              <a:spcBef>
                <a:spcPct val="0"/>
              </a:spcBef>
              <a:spcAft>
                <a:spcPct val="0"/>
              </a:spcAft>
              <a:buClrTx/>
              <a:buSzPct val="90000"/>
              <a:buFont typeface="Arial" pitchFamily="34" charset="0"/>
              <a:buChar char="•"/>
              <a:defRPr sz="1600" baseline="0">
                <a:solidFill>
                  <a:schemeClr val="tx1"/>
                </a:solidFill>
                <a:latin typeface="+mn-lt"/>
              </a:defRPr>
            </a:lvl4pPr>
            <a:lvl5pPr marL="715963" indent="-174625" algn="l" defTabSz="895350" rtl="0" eaLnBrk="1" fontAlgn="base" hangingPunct="1">
              <a:spcBef>
                <a:spcPct val="0"/>
              </a:spcBef>
              <a:spcAft>
                <a:spcPct val="0"/>
              </a:spcAft>
              <a:buClrTx/>
              <a:buSzPct val="85000"/>
              <a:buFont typeface="Calibri" pitchFamily="34" charset="0"/>
              <a:buChar char="–"/>
              <a:defRPr sz="1600" baseline="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gn="just">
              <a:buClr>
                <a:srgbClr val="5A5A5A"/>
              </a:buClr>
            </a:pPr>
            <a:r>
              <a:rPr lang="en-US" sz="2200" dirty="0">
                <a:solidFill>
                  <a:srgbClr val="000000"/>
                </a:solidFill>
                <a:cs typeface="Calibri" panose="020F0502020204030204" pitchFamily="34" charset="0"/>
              </a:rPr>
              <a:t>Due professional care is the application of diligence and </a:t>
            </a:r>
            <a:r>
              <a:rPr lang="en-US" sz="2200" dirty="0" err="1">
                <a:solidFill>
                  <a:srgbClr val="000000"/>
                </a:solidFill>
                <a:cs typeface="Calibri" panose="020F0502020204030204" pitchFamily="34" charset="0"/>
              </a:rPr>
              <a:t>judgement</a:t>
            </a:r>
            <a:r>
              <a:rPr lang="en-US" sz="2200" dirty="0">
                <a:solidFill>
                  <a:srgbClr val="000000"/>
                </a:solidFill>
                <a:cs typeface="Calibri" panose="020F0502020204030204" pitchFamily="34" charset="0"/>
              </a:rPr>
              <a:t> in auditing.</a:t>
            </a:r>
          </a:p>
        </p:txBody>
      </p:sp>
      <p:pic>
        <p:nvPicPr>
          <p:cNvPr id="8" name="Picture 2">
            <a:extLst>
              <a:ext uri="{FF2B5EF4-FFF2-40B4-BE49-F238E27FC236}">
                <a16:creationId xmlns:a16="http://schemas.microsoft.com/office/drawing/2014/main" id="{9C127834-0971-115E-5E24-24BAB5D85E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9977" y="2203338"/>
            <a:ext cx="5705475"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 Placeholder 5">
            <a:extLst>
              <a:ext uri="{FF2B5EF4-FFF2-40B4-BE49-F238E27FC236}">
                <a16:creationId xmlns:a16="http://schemas.microsoft.com/office/drawing/2014/main" id="{46393AA1-2F1D-C5BD-BB65-239D5DFC7E46}"/>
              </a:ext>
            </a:extLst>
          </p:cNvPr>
          <p:cNvSpPr txBox="1">
            <a:spLocks/>
          </p:cNvSpPr>
          <p:nvPr/>
        </p:nvSpPr>
        <p:spPr>
          <a:xfrm>
            <a:off x="945773" y="4740592"/>
            <a:ext cx="8453885" cy="1354217"/>
          </a:xfrm>
          <a:prstGeom prst="rect">
            <a:avLst/>
          </a:prstGeom>
        </p:spPr>
        <p:txBody>
          <a:bodyPr wrap="square" lIns="0" tIns="0" rIns="0" bIns="0">
            <a:spAutoFit/>
          </a:bodyPr>
          <a:lstStyle>
            <a:lvl1pPr marL="0" indent="0" algn="l" defTabSz="895350"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82563" indent="-180975" algn="l" defTabSz="895350" rtl="0" eaLnBrk="1" fontAlgn="base" hangingPunct="1">
              <a:spcBef>
                <a:spcPct val="0"/>
              </a:spcBef>
              <a:spcAft>
                <a:spcPct val="0"/>
              </a:spcAft>
              <a:buClrTx/>
              <a:buSzPct val="120000"/>
              <a:buFont typeface="Arial" pitchFamily="34" charset="0"/>
              <a:buChar char="•"/>
              <a:defRPr sz="1600" baseline="0">
                <a:solidFill>
                  <a:schemeClr val="tx1"/>
                </a:solidFill>
                <a:latin typeface="+mn-lt"/>
              </a:defRPr>
            </a:lvl2pPr>
            <a:lvl3pPr marL="358775" indent="-176213" algn="l" defTabSz="895350" rtl="0" eaLnBrk="1" fontAlgn="base" hangingPunct="1">
              <a:spcBef>
                <a:spcPct val="0"/>
              </a:spcBef>
              <a:spcAft>
                <a:spcPct val="0"/>
              </a:spcAft>
              <a:buClrTx/>
              <a:buSzPct val="100000"/>
              <a:buFont typeface="Calibri" pitchFamily="34" charset="0"/>
              <a:buChar char="–"/>
              <a:defRPr sz="1600" baseline="0">
                <a:solidFill>
                  <a:schemeClr val="tx1"/>
                </a:solidFill>
                <a:latin typeface="+mn-lt"/>
              </a:defRPr>
            </a:lvl3pPr>
            <a:lvl4pPr marL="541338" indent="-182563" algn="l" defTabSz="895350" rtl="0" eaLnBrk="1" fontAlgn="base" hangingPunct="1">
              <a:spcBef>
                <a:spcPct val="0"/>
              </a:spcBef>
              <a:spcAft>
                <a:spcPct val="0"/>
              </a:spcAft>
              <a:buClrTx/>
              <a:buSzPct val="90000"/>
              <a:buFont typeface="Arial" pitchFamily="34" charset="0"/>
              <a:buChar char="•"/>
              <a:defRPr sz="1600" baseline="0">
                <a:solidFill>
                  <a:schemeClr val="tx1"/>
                </a:solidFill>
                <a:latin typeface="+mn-lt"/>
              </a:defRPr>
            </a:lvl4pPr>
            <a:lvl5pPr marL="715963" indent="-174625" algn="l" defTabSz="895350" rtl="0" eaLnBrk="1" fontAlgn="base" hangingPunct="1">
              <a:spcBef>
                <a:spcPct val="0"/>
              </a:spcBef>
              <a:spcAft>
                <a:spcPct val="0"/>
              </a:spcAft>
              <a:buClrTx/>
              <a:buSzPct val="85000"/>
              <a:buFont typeface="Calibri" pitchFamily="34" charset="0"/>
              <a:buChar char="–"/>
              <a:defRPr sz="1600" baseline="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gn="just">
              <a:buClr>
                <a:srgbClr val="5A5A5A"/>
              </a:buClr>
            </a:pPr>
            <a:r>
              <a:rPr lang="en-US" sz="2200" dirty="0">
                <a:solidFill>
                  <a:srgbClr val="000000"/>
                </a:solidFill>
                <a:cs typeface="Calibri" panose="020F0502020204030204" pitchFamily="34" charset="0"/>
              </a:rPr>
              <a:t>A skilled </a:t>
            </a:r>
            <a:r>
              <a:rPr lang="en-US" sz="2200" dirty="0" err="1">
                <a:solidFill>
                  <a:srgbClr val="000000"/>
                </a:solidFill>
                <a:cs typeface="Calibri" panose="020F0502020204030204" pitchFamily="34" charset="0"/>
              </a:rPr>
              <a:t>judgement</a:t>
            </a:r>
            <a:r>
              <a:rPr lang="en-US" sz="2200" dirty="0">
                <a:solidFill>
                  <a:srgbClr val="000000"/>
                </a:solidFill>
                <a:cs typeface="Calibri" panose="020F0502020204030204" pitchFamily="34" charset="0"/>
              </a:rPr>
              <a:t> is knowledge that you gain based on your general knowledge and specific knowledge.</a:t>
            </a:r>
          </a:p>
          <a:p>
            <a:pPr algn="just">
              <a:buClr>
                <a:srgbClr val="5A5A5A"/>
              </a:buClr>
            </a:pPr>
            <a:endParaRPr lang="en-US" sz="2200" dirty="0">
              <a:solidFill>
                <a:srgbClr val="000000"/>
              </a:solidFill>
              <a:cs typeface="Calibri" panose="020F0502020204030204" pitchFamily="34" charset="0"/>
            </a:endParaRPr>
          </a:p>
          <a:p>
            <a:pPr algn="just">
              <a:buClr>
                <a:srgbClr val="5A5A5A"/>
              </a:buClr>
            </a:pPr>
            <a:r>
              <a:rPr lang="en-US" sz="2200" dirty="0">
                <a:solidFill>
                  <a:srgbClr val="000000"/>
                </a:solidFill>
                <a:cs typeface="Calibri" panose="020F0502020204030204" pitchFamily="34" charset="0"/>
              </a:rPr>
              <a:t>This skill comes with experience and practice.</a:t>
            </a:r>
          </a:p>
        </p:txBody>
      </p:sp>
    </p:spTree>
    <p:extLst>
      <p:ext uri="{BB962C8B-B14F-4D97-AF65-F5344CB8AC3E}">
        <p14:creationId xmlns:p14="http://schemas.microsoft.com/office/powerpoint/2010/main" val="22911966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6D5C2-DC08-53DD-E0D7-0498C061B0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9D6CFD-BA2B-C60D-378F-269BCE57546D}"/>
              </a:ext>
            </a:extLst>
          </p:cNvPr>
          <p:cNvSpPr>
            <a:spLocks noGrp="1"/>
          </p:cNvSpPr>
          <p:nvPr>
            <p:ph type="title"/>
          </p:nvPr>
        </p:nvSpPr>
        <p:spPr/>
        <p:txBody>
          <a:bodyPr>
            <a:normAutofit fontScale="90000"/>
          </a:bodyPr>
          <a:lstStyle/>
          <a:p>
            <a:r>
              <a:rPr lang="ms-MY" dirty="0"/>
              <a:t>Audit Principles</a:t>
            </a:r>
            <a:br>
              <a:rPr lang="ms-MY" dirty="0"/>
            </a:br>
            <a:r>
              <a:rPr lang="en-US" b="0" i="1" dirty="0">
                <a:solidFill>
                  <a:srgbClr val="5A5A5A"/>
                </a:solidFill>
              </a:rPr>
              <a:t>Independence</a:t>
            </a:r>
            <a:endParaRPr lang="en-MY" dirty="0"/>
          </a:p>
        </p:txBody>
      </p:sp>
      <p:sp>
        <p:nvSpPr>
          <p:cNvPr id="3" name="Content Placeholder 2">
            <a:extLst>
              <a:ext uri="{FF2B5EF4-FFF2-40B4-BE49-F238E27FC236}">
                <a16:creationId xmlns:a16="http://schemas.microsoft.com/office/drawing/2014/main" id="{C14139CA-26D0-0CB8-3BFD-C55193FEACC9}"/>
              </a:ext>
            </a:extLst>
          </p:cNvPr>
          <p:cNvSpPr>
            <a:spLocks noGrp="1"/>
          </p:cNvSpPr>
          <p:nvPr>
            <p:ph idx="1"/>
          </p:nvPr>
        </p:nvSpPr>
        <p:spPr/>
        <p:txBody>
          <a:bodyPr/>
          <a:lstStyle/>
          <a:p>
            <a:pPr algn="just">
              <a:buClr>
                <a:srgbClr val="5A5A5A"/>
              </a:buClr>
            </a:pPr>
            <a:r>
              <a:rPr lang="en-US" dirty="0">
                <a:solidFill>
                  <a:srgbClr val="000000"/>
                </a:solidFill>
                <a:cs typeface="Calibri" panose="020F0502020204030204" pitchFamily="34" charset="0"/>
              </a:rPr>
              <a:t>Independence is the basis for impartiality of the audit and objectivity of the audit conclusion. It is accessible to audit elements (information, personnel, audit site, cooperation and others) involved.</a:t>
            </a:r>
          </a:p>
          <a:p>
            <a:pPr algn="just">
              <a:buClr>
                <a:srgbClr val="5A5A5A"/>
              </a:buClr>
            </a:pPr>
            <a:endParaRPr lang="en-US" dirty="0">
              <a:solidFill>
                <a:srgbClr val="000000"/>
              </a:solidFill>
              <a:cs typeface="Calibri" panose="020F0502020204030204" pitchFamily="34" charset="0"/>
            </a:endParaRPr>
          </a:p>
          <a:p>
            <a:pPr algn="just">
              <a:buClr>
                <a:srgbClr val="5A5A5A"/>
              </a:buClr>
            </a:pPr>
            <a:r>
              <a:rPr lang="en-US" dirty="0">
                <a:solidFill>
                  <a:srgbClr val="000000"/>
                </a:solidFill>
                <a:cs typeface="Calibri" panose="020F0502020204030204" pitchFamily="34" charset="0"/>
              </a:rPr>
              <a:t>Audit activity is independent of auditor’s reporting superior.</a:t>
            </a:r>
          </a:p>
          <a:p>
            <a:pPr algn="just">
              <a:buClr>
                <a:srgbClr val="5A5A5A"/>
              </a:buClr>
            </a:pPr>
            <a:endParaRPr lang="en-US" dirty="0">
              <a:solidFill>
                <a:srgbClr val="000000"/>
              </a:solidFill>
              <a:cs typeface="Calibri" panose="020F0502020204030204" pitchFamily="34" charset="0"/>
            </a:endParaRPr>
          </a:p>
          <a:p>
            <a:pPr algn="just">
              <a:buClr>
                <a:srgbClr val="5A5A5A"/>
              </a:buClr>
            </a:pPr>
            <a:r>
              <a:rPr lang="en-US" dirty="0">
                <a:solidFill>
                  <a:srgbClr val="000000"/>
                </a:solidFill>
                <a:cs typeface="Calibri" panose="020F0502020204030204" pitchFamily="34" charset="0"/>
              </a:rPr>
              <a:t>The auditor practices an unbiased attitude free from personal interest issues and made no quality compromise in audit judgement.</a:t>
            </a:r>
          </a:p>
          <a:p>
            <a:endParaRPr lang="en-MY" dirty="0"/>
          </a:p>
        </p:txBody>
      </p:sp>
      <p:sp>
        <p:nvSpPr>
          <p:cNvPr id="4" name="Date Placeholder 3">
            <a:extLst>
              <a:ext uri="{FF2B5EF4-FFF2-40B4-BE49-F238E27FC236}">
                <a16:creationId xmlns:a16="http://schemas.microsoft.com/office/drawing/2014/main" id="{E34EE103-B41B-479B-579D-425C7E644EE7}"/>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CD6E7B90-1438-F338-1467-C09A86CB1F9F}"/>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01F59983-D2AE-071E-1B32-B5F14CDA39CD}"/>
              </a:ext>
            </a:extLst>
          </p:cNvPr>
          <p:cNvSpPr>
            <a:spLocks noGrp="1"/>
          </p:cNvSpPr>
          <p:nvPr>
            <p:ph type="sldNum" sz="quarter" idx="12"/>
          </p:nvPr>
        </p:nvSpPr>
        <p:spPr/>
        <p:txBody>
          <a:bodyPr/>
          <a:lstStyle/>
          <a:p>
            <a:fld id="{FB2FB115-6801-42A4-BE77-362A11867301}" type="slidenum">
              <a:rPr lang="en-US" smtClean="0"/>
              <a:t>29</a:t>
            </a:fld>
            <a:endParaRPr lang="en-US"/>
          </a:p>
        </p:txBody>
      </p:sp>
    </p:spTree>
    <p:extLst>
      <p:ext uri="{BB962C8B-B14F-4D97-AF65-F5344CB8AC3E}">
        <p14:creationId xmlns:p14="http://schemas.microsoft.com/office/powerpoint/2010/main" val="14139933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76BF0-6BC1-4866-DC55-E5167D328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1DF5D-4415-045D-FB77-FA95B31A1B80}"/>
              </a:ext>
            </a:extLst>
          </p:cNvPr>
          <p:cNvSpPr>
            <a:spLocks noGrp="1"/>
          </p:cNvSpPr>
          <p:nvPr>
            <p:ph type="title"/>
          </p:nvPr>
        </p:nvSpPr>
        <p:spPr/>
        <p:txBody>
          <a:bodyPr>
            <a:normAutofit fontScale="90000"/>
          </a:bodyPr>
          <a:lstStyle/>
          <a:p>
            <a:r>
              <a:rPr lang="ms-MY" dirty="0"/>
              <a:t>Audit Principles</a:t>
            </a:r>
            <a:br>
              <a:rPr lang="ms-MY" dirty="0"/>
            </a:br>
            <a:r>
              <a:rPr lang="en-US" b="0" i="1" dirty="0">
                <a:solidFill>
                  <a:srgbClr val="5A5A5A"/>
                </a:solidFill>
              </a:rPr>
              <a:t>Evidence-based approach</a:t>
            </a:r>
            <a:endParaRPr lang="en-MY" dirty="0"/>
          </a:p>
        </p:txBody>
      </p:sp>
      <p:sp>
        <p:nvSpPr>
          <p:cNvPr id="3" name="Content Placeholder 2">
            <a:extLst>
              <a:ext uri="{FF2B5EF4-FFF2-40B4-BE49-F238E27FC236}">
                <a16:creationId xmlns:a16="http://schemas.microsoft.com/office/drawing/2014/main" id="{FB46DE14-680B-858C-6E88-6F32DD275B10}"/>
              </a:ext>
            </a:extLst>
          </p:cNvPr>
          <p:cNvSpPr>
            <a:spLocks noGrp="1"/>
          </p:cNvSpPr>
          <p:nvPr>
            <p:ph idx="1"/>
          </p:nvPr>
        </p:nvSpPr>
        <p:spPr/>
        <p:txBody>
          <a:bodyPr/>
          <a:lstStyle/>
          <a:p>
            <a:pPr algn="just">
              <a:buClr>
                <a:srgbClr val="5A5A5A"/>
              </a:buClr>
            </a:pPr>
            <a:r>
              <a:rPr lang="en-US" dirty="0">
                <a:solidFill>
                  <a:srgbClr val="000000"/>
                </a:solidFill>
                <a:cs typeface="Calibri" panose="020F0502020204030204" pitchFamily="34" charset="0"/>
              </a:rPr>
              <a:t>Evidence-based approach is a rational method for reaching a reliable and reproducible audit conclusion in a systematic audit process.</a:t>
            </a:r>
          </a:p>
          <a:p>
            <a:pPr algn="just">
              <a:buClr>
                <a:srgbClr val="5A5A5A"/>
              </a:buClr>
            </a:pPr>
            <a:endParaRPr lang="en-US" dirty="0">
              <a:solidFill>
                <a:srgbClr val="000000"/>
              </a:solidFill>
              <a:cs typeface="Calibri" panose="020F0502020204030204" pitchFamily="34" charset="0"/>
            </a:endParaRPr>
          </a:p>
          <a:p>
            <a:pPr algn="just">
              <a:buClr>
                <a:srgbClr val="5A5A5A"/>
              </a:buClr>
            </a:pPr>
            <a:r>
              <a:rPr lang="en-US" dirty="0">
                <a:solidFill>
                  <a:srgbClr val="000000"/>
                </a:solidFill>
                <a:cs typeface="Calibri" panose="020F0502020204030204" pitchFamily="34" charset="0"/>
              </a:rPr>
              <a:t>The reliability of the evidence have to be relevant, trustworthy and persuasive.</a:t>
            </a:r>
          </a:p>
          <a:p>
            <a:endParaRPr lang="en-MY" dirty="0"/>
          </a:p>
        </p:txBody>
      </p:sp>
      <p:sp>
        <p:nvSpPr>
          <p:cNvPr id="4" name="Date Placeholder 3">
            <a:extLst>
              <a:ext uri="{FF2B5EF4-FFF2-40B4-BE49-F238E27FC236}">
                <a16:creationId xmlns:a16="http://schemas.microsoft.com/office/drawing/2014/main" id="{C27DFE5D-492F-574A-65DF-A4BA45C76232}"/>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CF170A00-4CE9-A316-77C6-4321EFC899E6}"/>
              </a:ext>
            </a:extLst>
          </p:cNvPr>
          <p:cNvSpPr>
            <a:spLocks noGrp="1"/>
          </p:cNvSpPr>
          <p:nvPr>
            <p:ph type="ftr" sz="quarter" idx="11"/>
          </p:nvPr>
        </p:nvSpPr>
        <p:spPr/>
        <p:txBody>
          <a:bodyPr/>
          <a:lstStyle/>
          <a:p>
            <a:r>
              <a:rPr lang="en-US" dirty="0"/>
              <a:t>www.hdcglobal.com</a:t>
            </a:r>
          </a:p>
        </p:txBody>
      </p:sp>
      <p:sp>
        <p:nvSpPr>
          <p:cNvPr id="6" name="Slide Number Placeholder 5">
            <a:extLst>
              <a:ext uri="{FF2B5EF4-FFF2-40B4-BE49-F238E27FC236}">
                <a16:creationId xmlns:a16="http://schemas.microsoft.com/office/drawing/2014/main" id="{83F94347-802A-2F9F-AD92-3EA839FF0B57}"/>
              </a:ext>
            </a:extLst>
          </p:cNvPr>
          <p:cNvSpPr>
            <a:spLocks noGrp="1"/>
          </p:cNvSpPr>
          <p:nvPr>
            <p:ph type="sldNum" sz="quarter" idx="12"/>
          </p:nvPr>
        </p:nvSpPr>
        <p:spPr/>
        <p:txBody>
          <a:bodyPr/>
          <a:lstStyle/>
          <a:p>
            <a:fld id="{FB2FB115-6801-42A4-BE77-362A11867301}" type="slidenum">
              <a:rPr lang="en-US" smtClean="0"/>
              <a:t>30</a:t>
            </a:fld>
            <a:endParaRPr lang="en-US"/>
          </a:p>
        </p:txBody>
      </p:sp>
      <p:pic>
        <p:nvPicPr>
          <p:cNvPr id="7" name="Picture 2">
            <a:extLst>
              <a:ext uri="{FF2B5EF4-FFF2-40B4-BE49-F238E27FC236}">
                <a16:creationId xmlns:a16="http://schemas.microsoft.com/office/drawing/2014/main" id="{50181715-C22A-1117-22DA-A9D447F899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7878" y="3296943"/>
            <a:ext cx="6747476" cy="2880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7007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2D049-DE08-D60C-3C7A-E33F67EA9B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50BD02-A7C0-8A7A-75F1-CB24EE1E18C5}"/>
              </a:ext>
            </a:extLst>
          </p:cNvPr>
          <p:cNvSpPr>
            <a:spLocks noGrp="1"/>
          </p:cNvSpPr>
          <p:nvPr>
            <p:ph type="title"/>
          </p:nvPr>
        </p:nvSpPr>
        <p:spPr/>
        <p:txBody>
          <a:bodyPr/>
          <a:lstStyle/>
          <a:p>
            <a:r>
              <a:rPr lang="en-MY" dirty="0"/>
              <a:t>Your Audit Team</a:t>
            </a:r>
          </a:p>
        </p:txBody>
      </p:sp>
      <p:sp>
        <p:nvSpPr>
          <p:cNvPr id="4" name="Date Placeholder 3">
            <a:extLst>
              <a:ext uri="{FF2B5EF4-FFF2-40B4-BE49-F238E27FC236}">
                <a16:creationId xmlns:a16="http://schemas.microsoft.com/office/drawing/2014/main" id="{B7D5BA5A-E338-3895-CCED-5A964FAB9C4E}"/>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7D97FAE9-5B4D-7DB8-14F3-5542DA151909}"/>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A29FEAC2-21EA-5C5E-0F6F-D651E80FBFCC}"/>
              </a:ext>
            </a:extLst>
          </p:cNvPr>
          <p:cNvSpPr>
            <a:spLocks noGrp="1"/>
          </p:cNvSpPr>
          <p:nvPr>
            <p:ph type="sldNum" sz="quarter" idx="12"/>
          </p:nvPr>
        </p:nvSpPr>
        <p:spPr/>
        <p:txBody>
          <a:bodyPr/>
          <a:lstStyle/>
          <a:p>
            <a:fld id="{FB2FB115-6801-42A4-BE77-362A11867301}" type="slidenum">
              <a:rPr lang="en-US" smtClean="0"/>
              <a:t>31</a:t>
            </a:fld>
            <a:endParaRPr lang="en-US"/>
          </a:p>
        </p:txBody>
      </p:sp>
      <p:sp>
        <p:nvSpPr>
          <p:cNvPr id="7" name="Text Placeholder 5">
            <a:extLst>
              <a:ext uri="{FF2B5EF4-FFF2-40B4-BE49-F238E27FC236}">
                <a16:creationId xmlns:a16="http://schemas.microsoft.com/office/drawing/2014/main" id="{A687EB1E-D03C-3071-F93D-435843269137}"/>
              </a:ext>
            </a:extLst>
          </p:cNvPr>
          <p:cNvSpPr txBox="1">
            <a:spLocks/>
          </p:cNvSpPr>
          <p:nvPr/>
        </p:nvSpPr>
        <p:spPr>
          <a:xfrm>
            <a:off x="1069264" y="1006273"/>
            <a:ext cx="10284534" cy="1846659"/>
          </a:xfrm>
          <a:prstGeom prst="rect">
            <a:avLst/>
          </a:prstGeom>
        </p:spPr>
        <p:txBody>
          <a:bodyPr wrap="square" lIns="0" tIns="0" rIns="0" bIns="0">
            <a:spAutoFit/>
          </a:bodyPr>
          <a:lstStyle>
            <a:lvl1pPr marL="0" indent="0" algn="l" defTabSz="895350"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82563" indent="-180975" algn="l" defTabSz="895350" rtl="0" eaLnBrk="1" fontAlgn="base" hangingPunct="1">
              <a:spcBef>
                <a:spcPct val="0"/>
              </a:spcBef>
              <a:spcAft>
                <a:spcPct val="0"/>
              </a:spcAft>
              <a:buClrTx/>
              <a:buSzPct val="120000"/>
              <a:buFont typeface="Arial" pitchFamily="34" charset="0"/>
              <a:buChar char="•"/>
              <a:defRPr sz="1600" baseline="0">
                <a:solidFill>
                  <a:schemeClr val="tx1"/>
                </a:solidFill>
                <a:latin typeface="+mn-lt"/>
              </a:defRPr>
            </a:lvl2pPr>
            <a:lvl3pPr marL="358775" indent="-176213" algn="l" defTabSz="895350" rtl="0" eaLnBrk="1" fontAlgn="base" hangingPunct="1">
              <a:spcBef>
                <a:spcPct val="0"/>
              </a:spcBef>
              <a:spcAft>
                <a:spcPct val="0"/>
              </a:spcAft>
              <a:buClrTx/>
              <a:buSzPct val="100000"/>
              <a:buFont typeface="Calibri" pitchFamily="34" charset="0"/>
              <a:buChar char="–"/>
              <a:defRPr sz="1600" baseline="0">
                <a:solidFill>
                  <a:schemeClr val="tx1"/>
                </a:solidFill>
                <a:latin typeface="+mn-lt"/>
              </a:defRPr>
            </a:lvl3pPr>
            <a:lvl4pPr marL="541338" indent="-182563" algn="l" defTabSz="895350" rtl="0" eaLnBrk="1" fontAlgn="base" hangingPunct="1">
              <a:spcBef>
                <a:spcPct val="0"/>
              </a:spcBef>
              <a:spcAft>
                <a:spcPct val="0"/>
              </a:spcAft>
              <a:buClrTx/>
              <a:buSzPct val="90000"/>
              <a:buFont typeface="Arial" pitchFamily="34" charset="0"/>
              <a:buChar char="•"/>
              <a:defRPr sz="1600" baseline="0">
                <a:solidFill>
                  <a:schemeClr val="tx1"/>
                </a:solidFill>
                <a:latin typeface="+mn-lt"/>
              </a:defRPr>
            </a:lvl4pPr>
            <a:lvl5pPr marL="715963" indent="-174625" algn="l" defTabSz="895350" rtl="0" eaLnBrk="1" fontAlgn="base" hangingPunct="1">
              <a:spcBef>
                <a:spcPct val="0"/>
              </a:spcBef>
              <a:spcAft>
                <a:spcPct val="0"/>
              </a:spcAft>
              <a:buClrTx/>
              <a:buSzPct val="85000"/>
              <a:buFont typeface="Calibri" pitchFamily="34" charset="0"/>
              <a:buChar char="–"/>
              <a:defRPr sz="1600" baseline="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gn="just">
              <a:buClr>
                <a:srgbClr val="5A5A5A"/>
              </a:buClr>
            </a:pPr>
            <a:r>
              <a:rPr lang="en-US" sz="2400" b="1" dirty="0">
                <a:solidFill>
                  <a:srgbClr val="000000"/>
                </a:solidFill>
                <a:cs typeface="Calibri" panose="020F0502020204030204" pitchFamily="34" charset="0"/>
              </a:rPr>
              <a:t>Auditor – </a:t>
            </a:r>
            <a:r>
              <a:rPr lang="en-US" sz="2400" dirty="0">
                <a:solidFill>
                  <a:srgbClr val="000000"/>
                </a:solidFill>
                <a:cs typeface="Calibri" panose="020F0502020204030204" pitchFamily="34" charset="0"/>
              </a:rPr>
              <a:t>The person with the competence to conduct audit:</a:t>
            </a:r>
          </a:p>
          <a:p>
            <a:pPr marL="342900" indent="-342900" algn="just">
              <a:buClr>
                <a:srgbClr val="5A5A5A"/>
              </a:buClr>
              <a:buFont typeface="Arial" pitchFamily="34" charset="0"/>
              <a:buChar char="•"/>
            </a:pPr>
            <a:r>
              <a:rPr lang="en-US" sz="2400" dirty="0">
                <a:solidFill>
                  <a:srgbClr val="000000"/>
                </a:solidFill>
                <a:cs typeface="Calibri" panose="020F0502020204030204" pitchFamily="34" charset="0"/>
              </a:rPr>
              <a:t>The person who conducts the audit</a:t>
            </a:r>
          </a:p>
          <a:p>
            <a:pPr marL="342900" indent="-342900" algn="just">
              <a:buClr>
                <a:srgbClr val="5A5A5A"/>
              </a:buClr>
              <a:buFont typeface="Arial" pitchFamily="34" charset="0"/>
              <a:buChar char="•"/>
            </a:pPr>
            <a:r>
              <a:rPr lang="en-US" sz="2400" dirty="0">
                <a:solidFill>
                  <a:srgbClr val="000000"/>
                </a:solidFill>
                <a:cs typeface="Calibri" panose="020F0502020204030204" pitchFamily="34" charset="0"/>
              </a:rPr>
              <a:t>Must have sufficient authority and accessibility</a:t>
            </a:r>
          </a:p>
          <a:p>
            <a:pPr marL="342900" indent="-342900" algn="just">
              <a:buClr>
                <a:srgbClr val="5A5A5A"/>
              </a:buClr>
              <a:buFont typeface="Arial" pitchFamily="34" charset="0"/>
              <a:buChar char="•"/>
            </a:pPr>
            <a:r>
              <a:rPr lang="en-US" sz="2400" dirty="0">
                <a:solidFill>
                  <a:srgbClr val="000000"/>
                </a:solidFill>
                <a:cs typeface="Calibri" panose="020F0502020204030204" pitchFamily="34" charset="0"/>
              </a:rPr>
              <a:t>Should be independent of the function being audited</a:t>
            </a:r>
          </a:p>
          <a:p>
            <a:pPr marL="342900" indent="-342900" algn="just">
              <a:buClr>
                <a:srgbClr val="5A5A5A"/>
              </a:buClr>
              <a:buFont typeface="Arial" pitchFamily="34" charset="0"/>
              <a:buChar char="•"/>
            </a:pPr>
            <a:r>
              <a:rPr lang="en-US" sz="2400" dirty="0">
                <a:solidFill>
                  <a:srgbClr val="000000"/>
                </a:solidFill>
                <a:cs typeface="Calibri" panose="020F0502020204030204" pitchFamily="34" charset="0"/>
              </a:rPr>
              <a:t>Should be objective when conducting audits</a:t>
            </a:r>
          </a:p>
        </p:txBody>
      </p:sp>
      <p:pic>
        <p:nvPicPr>
          <p:cNvPr id="9" name="Picture 3">
            <a:extLst>
              <a:ext uri="{FF2B5EF4-FFF2-40B4-BE49-F238E27FC236}">
                <a16:creationId xmlns:a16="http://schemas.microsoft.com/office/drawing/2014/main" id="{74A76DC0-BB21-A7A1-FF77-26A7C2B67E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5153" y="3363750"/>
            <a:ext cx="3615338" cy="240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a:extLst>
              <a:ext uri="{FF2B5EF4-FFF2-40B4-BE49-F238E27FC236}">
                <a16:creationId xmlns:a16="http://schemas.microsoft.com/office/drawing/2014/main" id="{690AE6F9-8D95-28F2-2C55-FEB63BE9418B}"/>
              </a:ext>
            </a:extLst>
          </p:cNvPr>
          <p:cNvSpPr/>
          <p:nvPr/>
        </p:nvSpPr>
        <p:spPr>
          <a:xfrm>
            <a:off x="4671368" y="3268214"/>
            <a:ext cx="6495479" cy="3046988"/>
          </a:xfrm>
          <a:prstGeom prst="rect">
            <a:avLst/>
          </a:prstGeom>
        </p:spPr>
        <p:txBody>
          <a:bodyPr wrap="square">
            <a:spAutoFit/>
          </a:bodyPr>
          <a:lstStyle/>
          <a:p>
            <a:pPr algn="just"/>
            <a:r>
              <a:rPr lang="en-US" sz="2400" dirty="0">
                <a:latin typeface="+mj-lt"/>
              </a:rPr>
              <a:t>A successful audit process requires the auditor to manage his / her emotion in a manner that does not impose a negative impact on the audit process and the audit output.</a:t>
            </a:r>
          </a:p>
          <a:p>
            <a:pPr algn="just"/>
            <a:endParaRPr lang="en-US" sz="2400" dirty="0">
              <a:latin typeface="+mj-lt"/>
            </a:endParaRPr>
          </a:p>
          <a:p>
            <a:pPr algn="just"/>
            <a:r>
              <a:rPr lang="en-US" sz="2400" dirty="0">
                <a:latin typeface="+mj-lt"/>
              </a:rPr>
              <a:t>For example, being angry or vindictive can cause a raise of inappropriate, biased and unfair judgement on the non-conformance identified.</a:t>
            </a:r>
            <a:endParaRPr lang="en-MY" sz="2400" dirty="0">
              <a:latin typeface="+mj-lt"/>
            </a:endParaRPr>
          </a:p>
        </p:txBody>
      </p:sp>
    </p:spTree>
    <p:extLst>
      <p:ext uri="{BB962C8B-B14F-4D97-AF65-F5344CB8AC3E}">
        <p14:creationId xmlns:p14="http://schemas.microsoft.com/office/powerpoint/2010/main" val="9346110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DC2D5-F14F-C23F-4614-776414A20A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330F82-A68E-8C68-D458-2268958400E0}"/>
              </a:ext>
            </a:extLst>
          </p:cNvPr>
          <p:cNvSpPr>
            <a:spLocks noGrp="1"/>
          </p:cNvSpPr>
          <p:nvPr>
            <p:ph type="title"/>
          </p:nvPr>
        </p:nvSpPr>
        <p:spPr/>
        <p:txBody>
          <a:bodyPr/>
          <a:lstStyle/>
          <a:p>
            <a:r>
              <a:rPr lang="en-MY" dirty="0"/>
              <a:t>Auditor Responsibilities</a:t>
            </a:r>
          </a:p>
        </p:txBody>
      </p:sp>
      <p:sp>
        <p:nvSpPr>
          <p:cNvPr id="3" name="Content Placeholder 2">
            <a:extLst>
              <a:ext uri="{FF2B5EF4-FFF2-40B4-BE49-F238E27FC236}">
                <a16:creationId xmlns:a16="http://schemas.microsoft.com/office/drawing/2014/main" id="{12B589E8-E319-5807-66F1-A8D2320F35DF}"/>
              </a:ext>
            </a:extLst>
          </p:cNvPr>
          <p:cNvSpPr>
            <a:spLocks noGrp="1"/>
          </p:cNvSpPr>
          <p:nvPr>
            <p:ph idx="1"/>
          </p:nvPr>
        </p:nvSpPr>
        <p:spPr>
          <a:xfrm>
            <a:off x="838202" y="1267281"/>
            <a:ext cx="5706033" cy="4909682"/>
          </a:xfrm>
        </p:spPr>
        <p:txBody>
          <a:bodyPr/>
          <a:lstStyle/>
          <a:p>
            <a:pPr algn="just"/>
            <a:r>
              <a:rPr lang="en-US" dirty="0"/>
              <a:t>In an audit team, there will be a lead auditor and a few other auditors on the team as shown. </a:t>
            </a:r>
          </a:p>
          <a:p>
            <a:pPr algn="just"/>
            <a:r>
              <a:rPr lang="en-US" dirty="0"/>
              <a:t>The size of your team can differ according to the company size and their cases. </a:t>
            </a:r>
          </a:p>
          <a:p>
            <a:pPr algn="just"/>
            <a:r>
              <a:rPr lang="en-US" dirty="0"/>
              <a:t>The roles and responsibilities of a lead auditor and the auditors under his/her leadership are different.</a:t>
            </a:r>
          </a:p>
          <a:p>
            <a:pPr algn="just"/>
            <a:endParaRPr lang="en-MY" dirty="0"/>
          </a:p>
        </p:txBody>
      </p:sp>
      <p:sp>
        <p:nvSpPr>
          <p:cNvPr id="4" name="Date Placeholder 3">
            <a:extLst>
              <a:ext uri="{FF2B5EF4-FFF2-40B4-BE49-F238E27FC236}">
                <a16:creationId xmlns:a16="http://schemas.microsoft.com/office/drawing/2014/main" id="{7E51791E-2449-55A6-2CD2-A9E82B497A86}"/>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FB87A818-5305-3A00-DF3E-56FA093687BC}"/>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D15BB2BD-A46A-159F-8EE1-2008FA3D5E7D}"/>
              </a:ext>
            </a:extLst>
          </p:cNvPr>
          <p:cNvSpPr>
            <a:spLocks noGrp="1"/>
          </p:cNvSpPr>
          <p:nvPr>
            <p:ph type="sldNum" sz="quarter" idx="12"/>
          </p:nvPr>
        </p:nvSpPr>
        <p:spPr/>
        <p:txBody>
          <a:bodyPr/>
          <a:lstStyle/>
          <a:p>
            <a:fld id="{FB2FB115-6801-42A4-BE77-362A11867301}" type="slidenum">
              <a:rPr lang="en-US" smtClean="0"/>
              <a:t>32</a:t>
            </a:fld>
            <a:endParaRPr lang="en-US"/>
          </a:p>
        </p:txBody>
      </p:sp>
      <p:pic>
        <p:nvPicPr>
          <p:cNvPr id="7" name="Picture 2">
            <a:extLst>
              <a:ext uri="{FF2B5EF4-FFF2-40B4-BE49-F238E27FC236}">
                <a16:creationId xmlns:a16="http://schemas.microsoft.com/office/drawing/2014/main" id="{441EE509-BF7F-B1D6-505E-4EA393B1E0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7363" y="1285168"/>
            <a:ext cx="4643659" cy="4434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22103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49B9E-CAE9-F68B-5B7A-B3B888A51A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C463AA-572B-61FC-13F3-00F7AE5614DF}"/>
              </a:ext>
            </a:extLst>
          </p:cNvPr>
          <p:cNvSpPr>
            <a:spLocks noGrp="1"/>
          </p:cNvSpPr>
          <p:nvPr>
            <p:ph type="title"/>
          </p:nvPr>
        </p:nvSpPr>
        <p:spPr/>
        <p:txBody>
          <a:bodyPr/>
          <a:lstStyle/>
          <a:p>
            <a:r>
              <a:rPr lang="en-MY" dirty="0"/>
              <a:t>Auditor Responsibilities – Lead Auditor</a:t>
            </a:r>
          </a:p>
        </p:txBody>
      </p:sp>
      <p:sp>
        <p:nvSpPr>
          <p:cNvPr id="3" name="Content Placeholder 2">
            <a:extLst>
              <a:ext uri="{FF2B5EF4-FFF2-40B4-BE49-F238E27FC236}">
                <a16:creationId xmlns:a16="http://schemas.microsoft.com/office/drawing/2014/main" id="{FA215C1D-759D-AD38-05B1-561A511A6DAB}"/>
              </a:ext>
            </a:extLst>
          </p:cNvPr>
          <p:cNvSpPr>
            <a:spLocks noGrp="1"/>
          </p:cNvSpPr>
          <p:nvPr>
            <p:ph idx="1"/>
          </p:nvPr>
        </p:nvSpPr>
        <p:spPr/>
        <p:txBody>
          <a:bodyPr>
            <a:normAutofit fontScale="92500" lnSpcReduction="10000"/>
          </a:bodyPr>
          <a:lstStyle/>
          <a:p>
            <a:pPr marL="342900" indent="-342900" algn="just"/>
            <a:r>
              <a:rPr lang="en-US" sz="2400" dirty="0"/>
              <a:t>Consulting with the auditee, if appropriate, in determining the criteria and scope of the audit</a:t>
            </a:r>
          </a:p>
          <a:p>
            <a:pPr marL="342900" indent="-342900" algn="just"/>
            <a:r>
              <a:rPr lang="en-US" sz="2400" dirty="0"/>
              <a:t>To establish the extent of the audit program</a:t>
            </a:r>
          </a:p>
          <a:p>
            <a:pPr marL="342900" indent="-342900" algn="just"/>
            <a:r>
              <a:rPr lang="en-US" sz="2400" dirty="0"/>
              <a:t>Identify and evaluate the risk for the audit program</a:t>
            </a:r>
          </a:p>
          <a:p>
            <a:pPr marL="342900" indent="-342900" algn="just"/>
            <a:r>
              <a:rPr lang="en-US" sz="2400" dirty="0"/>
              <a:t>Establish procedures for the audit program</a:t>
            </a:r>
          </a:p>
          <a:p>
            <a:pPr marL="342900" indent="-342900" algn="just"/>
            <a:r>
              <a:rPr lang="en-US" sz="2400" dirty="0"/>
              <a:t>Determine the necessary resources required and implementation for audit program – availability &amp; accessibility:</a:t>
            </a:r>
          </a:p>
          <a:p>
            <a:pPr marL="1055688" lvl="4" indent="-514350" algn="just">
              <a:buFont typeface="+mj-lt"/>
              <a:buAutoNum type="romanLcPeriod"/>
            </a:pPr>
            <a:r>
              <a:rPr lang="en-US" sz="2400" dirty="0"/>
              <a:t>Audit normative references</a:t>
            </a:r>
          </a:p>
          <a:p>
            <a:pPr marL="1055688" lvl="4" indent="-514350" algn="just">
              <a:buFont typeface="+mj-lt"/>
              <a:buAutoNum type="romanLcPeriod"/>
            </a:pPr>
            <a:r>
              <a:rPr lang="en-US" sz="2400" dirty="0"/>
              <a:t>Audit documentation and records</a:t>
            </a:r>
          </a:p>
          <a:p>
            <a:pPr marL="1055688" lvl="4" indent="-514350" algn="just">
              <a:buFont typeface="+mj-lt"/>
              <a:buAutoNum type="romanLcPeriod"/>
            </a:pPr>
            <a:r>
              <a:rPr lang="en-US" sz="2400" dirty="0"/>
              <a:t>Internal quality manual and records</a:t>
            </a:r>
          </a:p>
          <a:p>
            <a:pPr marL="1055688" lvl="4" indent="-514350" algn="just">
              <a:buFont typeface="+mj-lt"/>
              <a:buAutoNum type="romanLcPeriod"/>
            </a:pPr>
            <a:r>
              <a:rPr lang="en-US" sz="2400" dirty="0"/>
              <a:t>Audit objective</a:t>
            </a:r>
          </a:p>
          <a:p>
            <a:pPr marL="1055688" lvl="4" indent="-514350" algn="just">
              <a:buFont typeface="+mj-lt"/>
              <a:buAutoNum type="romanLcPeriod"/>
            </a:pPr>
            <a:r>
              <a:rPr lang="en-US" sz="2400" dirty="0"/>
              <a:t>Audit scope</a:t>
            </a:r>
          </a:p>
          <a:p>
            <a:pPr marL="1055688" lvl="4" indent="-514350" algn="just">
              <a:buFont typeface="+mj-lt"/>
              <a:buAutoNum type="romanLcPeriod"/>
            </a:pPr>
            <a:r>
              <a:rPr lang="en-US" sz="2400" dirty="0"/>
              <a:t>Audit methods</a:t>
            </a:r>
          </a:p>
          <a:p>
            <a:pPr marL="1055688" lvl="4" indent="-514350" algn="just">
              <a:buFont typeface="+mj-lt"/>
              <a:buAutoNum type="romanLcPeriod"/>
            </a:pPr>
            <a:r>
              <a:rPr lang="en-US" sz="2400" dirty="0"/>
              <a:t>Audit team selection &amp; assessment</a:t>
            </a:r>
          </a:p>
          <a:p>
            <a:pPr marL="358775" lvl="2" indent="0" algn="just">
              <a:buNone/>
            </a:pPr>
            <a:endParaRPr lang="en-US" sz="1800" dirty="0"/>
          </a:p>
          <a:p>
            <a:endParaRPr lang="en-MY" dirty="0"/>
          </a:p>
        </p:txBody>
      </p:sp>
      <p:sp>
        <p:nvSpPr>
          <p:cNvPr id="4" name="Date Placeholder 3">
            <a:extLst>
              <a:ext uri="{FF2B5EF4-FFF2-40B4-BE49-F238E27FC236}">
                <a16:creationId xmlns:a16="http://schemas.microsoft.com/office/drawing/2014/main" id="{F36AB3F1-F180-F91A-DB6D-F80DFD2EA66E}"/>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737E4D83-D6A7-F670-4917-9E8393C7C142}"/>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1E923E62-93AB-37FF-AAA5-2CC5F2F6D429}"/>
              </a:ext>
            </a:extLst>
          </p:cNvPr>
          <p:cNvSpPr>
            <a:spLocks noGrp="1"/>
          </p:cNvSpPr>
          <p:nvPr>
            <p:ph type="sldNum" sz="quarter" idx="12"/>
          </p:nvPr>
        </p:nvSpPr>
        <p:spPr/>
        <p:txBody>
          <a:bodyPr/>
          <a:lstStyle/>
          <a:p>
            <a:fld id="{FB2FB115-6801-42A4-BE77-362A11867301}" type="slidenum">
              <a:rPr lang="en-US" smtClean="0"/>
              <a:t>33</a:t>
            </a:fld>
            <a:endParaRPr lang="en-US"/>
          </a:p>
        </p:txBody>
      </p:sp>
    </p:spTree>
    <p:extLst>
      <p:ext uri="{BB962C8B-B14F-4D97-AF65-F5344CB8AC3E}">
        <p14:creationId xmlns:p14="http://schemas.microsoft.com/office/powerpoint/2010/main" val="3476669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787FC-B744-1313-FF23-74EE9427BE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C5D9A5-B611-D59F-C90E-3E223106036D}"/>
              </a:ext>
            </a:extLst>
          </p:cNvPr>
          <p:cNvSpPr>
            <a:spLocks noGrp="1"/>
          </p:cNvSpPr>
          <p:nvPr>
            <p:ph type="title"/>
          </p:nvPr>
        </p:nvSpPr>
        <p:spPr/>
        <p:txBody>
          <a:bodyPr/>
          <a:lstStyle/>
          <a:p>
            <a:r>
              <a:rPr lang="en-MY" dirty="0"/>
              <a:t>Auditor Responsibilities – Lead Auditor</a:t>
            </a:r>
          </a:p>
        </p:txBody>
      </p:sp>
      <p:sp>
        <p:nvSpPr>
          <p:cNvPr id="3" name="Content Placeholder 2">
            <a:extLst>
              <a:ext uri="{FF2B5EF4-FFF2-40B4-BE49-F238E27FC236}">
                <a16:creationId xmlns:a16="http://schemas.microsoft.com/office/drawing/2014/main" id="{B45E0420-20A5-4CBC-98FB-8457B74D6C52}"/>
              </a:ext>
            </a:extLst>
          </p:cNvPr>
          <p:cNvSpPr>
            <a:spLocks noGrp="1"/>
          </p:cNvSpPr>
          <p:nvPr>
            <p:ph idx="1"/>
          </p:nvPr>
        </p:nvSpPr>
        <p:spPr/>
        <p:txBody>
          <a:bodyPr>
            <a:normAutofit/>
          </a:bodyPr>
          <a:lstStyle/>
          <a:p>
            <a:pPr marL="355600" lvl="4" indent="-355600" algn="just"/>
            <a:r>
              <a:rPr lang="en-US" sz="2400" dirty="0"/>
              <a:t>Lead the audit team activity</a:t>
            </a:r>
          </a:p>
          <a:p>
            <a:pPr marL="355600" lvl="4" indent="-355600" algn="just"/>
            <a:r>
              <a:rPr lang="en-US" sz="2400" dirty="0"/>
              <a:t>Represent the audit team in discussion with the auditee prior to, during and after the audit</a:t>
            </a:r>
          </a:p>
          <a:p>
            <a:pPr marL="355600" lvl="4" indent="-355600" algn="just"/>
            <a:r>
              <a:rPr lang="en-US" sz="2400" dirty="0"/>
              <a:t>Act as a mediator if there is any arising issue among auditors and between auditor and auditee</a:t>
            </a:r>
          </a:p>
          <a:p>
            <a:pPr marL="355600" lvl="4" indent="-355600" algn="just"/>
            <a:r>
              <a:rPr lang="en-US" sz="2400" dirty="0"/>
              <a:t>Ensure that appropriate audit program records are managed and maintained</a:t>
            </a:r>
          </a:p>
          <a:p>
            <a:pPr marL="701675" lvl="2" indent="-342900" algn="just"/>
            <a:endParaRPr lang="en-US" sz="2400" dirty="0"/>
          </a:p>
          <a:p>
            <a:endParaRPr lang="en-MY" sz="3600" dirty="0"/>
          </a:p>
        </p:txBody>
      </p:sp>
      <p:sp>
        <p:nvSpPr>
          <p:cNvPr id="4" name="Date Placeholder 3">
            <a:extLst>
              <a:ext uri="{FF2B5EF4-FFF2-40B4-BE49-F238E27FC236}">
                <a16:creationId xmlns:a16="http://schemas.microsoft.com/office/drawing/2014/main" id="{EEDAFEAE-6C0E-B4B0-50AE-08B13E989238}"/>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C4EF19FD-AE65-CCE1-C633-E5A53F9EBC47}"/>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32AF22B2-A3EB-F1DF-E943-31422B4E6C0B}"/>
              </a:ext>
            </a:extLst>
          </p:cNvPr>
          <p:cNvSpPr>
            <a:spLocks noGrp="1"/>
          </p:cNvSpPr>
          <p:nvPr>
            <p:ph type="sldNum" sz="quarter" idx="12"/>
          </p:nvPr>
        </p:nvSpPr>
        <p:spPr/>
        <p:txBody>
          <a:bodyPr/>
          <a:lstStyle/>
          <a:p>
            <a:fld id="{FB2FB115-6801-42A4-BE77-362A11867301}" type="slidenum">
              <a:rPr lang="en-US" smtClean="0"/>
              <a:t>34</a:t>
            </a:fld>
            <a:endParaRPr lang="en-US"/>
          </a:p>
        </p:txBody>
      </p:sp>
    </p:spTree>
    <p:extLst>
      <p:ext uri="{BB962C8B-B14F-4D97-AF65-F5344CB8AC3E}">
        <p14:creationId xmlns:p14="http://schemas.microsoft.com/office/powerpoint/2010/main" val="30618545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34588-33DC-E656-0C8A-1A576A08F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D75FB-65BA-818D-9CE8-A4B3BE1643AA}"/>
              </a:ext>
            </a:extLst>
          </p:cNvPr>
          <p:cNvSpPr>
            <a:spLocks noGrp="1"/>
          </p:cNvSpPr>
          <p:nvPr>
            <p:ph type="title"/>
          </p:nvPr>
        </p:nvSpPr>
        <p:spPr/>
        <p:txBody>
          <a:bodyPr/>
          <a:lstStyle/>
          <a:p>
            <a:r>
              <a:rPr lang="en-MY" dirty="0"/>
              <a:t>Auditor Responsibilities – Auditor</a:t>
            </a:r>
          </a:p>
        </p:txBody>
      </p:sp>
      <p:sp>
        <p:nvSpPr>
          <p:cNvPr id="3" name="Content Placeholder 2">
            <a:extLst>
              <a:ext uri="{FF2B5EF4-FFF2-40B4-BE49-F238E27FC236}">
                <a16:creationId xmlns:a16="http://schemas.microsoft.com/office/drawing/2014/main" id="{A8684B01-9F0E-A615-F528-83BC5336698A}"/>
              </a:ext>
            </a:extLst>
          </p:cNvPr>
          <p:cNvSpPr>
            <a:spLocks noGrp="1"/>
          </p:cNvSpPr>
          <p:nvPr>
            <p:ph idx="1"/>
          </p:nvPr>
        </p:nvSpPr>
        <p:spPr/>
        <p:txBody>
          <a:bodyPr/>
          <a:lstStyle/>
          <a:p>
            <a:pPr marL="285750" indent="-285750" algn="just"/>
            <a:r>
              <a:rPr lang="en-US" sz="2000" dirty="0"/>
              <a:t>Following the direction of/ and supporting the lead auditor</a:t>
            </a:r>
          </a:p>
          <a:p>
            <a:pPr marL="285750" indent="-285750" algn="just"/>
            <a:r>
              <a:rPr lang="en-US" sz="2000" dirty="0"/>
              <a:t>Planning and carrying out the assigned task objectively, effectively and efficiently within the scope of the audit</a:t>
            </a:r>
          </a:p>
          <a:p>
            <a:pPr marL="285750" indent="-285750" algn="just"/>
            <a:r>
              <a:rPr lang="en-US" sz="2000" dirty="0"/>
              <a:t>Collecting and analyzing relevant and sufficient audit evidence to determine audit findings and reach audit conclusions</a:t>
            </a:r>
          </a:p>
          <a:p>
            <a:pPr marL="285750" indent="-285750" algn="just"/>
            <a:r>
              <a:rPr lang="en-US" sz="2000" dirty="0"/>
              <a:t>Preparing work documents under the direction of lead auditor</a:t>
            </a:r>
          </a:p>
          <a:p>
            <a:pPr marL="285750" indent="-285750" algn="just"/>
            <a:r>
              <a:rPr lang="en-US" sz="2000" dirty="0"/>
              <a:t>Safeguarding document pertaining to the audit and returning such documents as required</a:t>
            </a:r>
          </a:p>
          <a:p>
            <a:pPr marL="701675" lvl="2" indent="-342900" algn="just"/>
            <a:endParaRPr lang="en-US" dirty="0"/>
          </a:p>
          <a:p>
            <a:endParaRPr lang="en-MY" dirty="0"/>
          </a:p>
        </p:txBody>
      </p:sp>
      <p:sp>
        <p:nvSpPr>
          <p:cNvPr id="4" name="Date Placeholder 3">
            <a:extLst>
              <a:ext uri="{FF2B5EF4-FFF2-40B4-BE49-F238E27FC236}">
                <a16:creationId xmlns:a16="http://schemas.microsoft.com/office/drawing/2014/main" id="{37004DD0-05CB-C5C6-E59D-E968CCDC43D4}"/>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38D10F0B-9007-5B54-1F18-CEA1E022049B}"/>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73E0474A-F3C2-5172-5A58-A10151139E68}"/>
              </a:ext>
            </a:extLst>
          </p:cNvPr>
          <p:cNvSpPr>
            <a:spLocks noGrp="1"/>
          </p:cNvSpPr>
          <p:nvPr>
            <p:ph type="sldNum" sz="quarter" idx="12"/>
          </p:nvPr>
        </p:nvSpPr>
        <p:spPr/>
        <p:txBody>
          <a:bodyPr/>
          <a:lstStyle/>
          <a:p>
            <a:fld id="{FB2FB115-6801-42A4-BE77-362A11867301}" type="slidenum">
              <a:rPr lang="en-US" smtClean="0"/>
              <a:t>35</a:t>
            </a:fld>
            <a:endParaRPr lang="en-US"/>
          </a:p>
        </p:txBody>
      </p:sp>
      <p:pic>
        <p:nvPicPr>
          <p:cNvPr id="7" name="Picture 5" descr="Behind the Scenes as a Food Safety Auditor">
            <a:extLst>
              <a:ext uri="{FF2B5EF4-FFF2-40B4-BE49-F238E27FC236}">
                <a16:creationId xmlns:a16="http://schemas.microsoft.com/office/drawing/2014/main" id="{2A0171C4-A61E-423A-8B44-861AEC93B9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2565" y="3722122"/>
            <a:ext cx="5061674" cy="2634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34989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00653-B8B4-6E0C-F7DD-4EC8228A4E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5C187-A08B-56A3-2782-A179B8D1D9A2}"/>
              </a:ext>
            </a:extLst>
          </p:cNvPr>
          <p:cNvSpPr>
            <a:spLocks noGrp="1"/>
          </p:cNvSpPr>
          <p:nvPr>
            <p:ph type="title"/>
          </p:nvPr>
        </p:nvSpPr>
        <p:spPr/>
        <p:txBody>
          <a:bodyPr>
            <a:normAutofit fontScale="90000"/>
          </a:bodyPr>
          <a:lstStyle/>
          <a:p>
            <a:r>
              <a:rPr lang="en-MY" dirty="0"/>
              <a:t>Auditor’s Personal Attributes</a:t>
            </a:r>
            <a:br>
              <a:rPr lang="en-MY" dirty="0"/>
            </a:br>
            <a:r>
              <a:rPr lang="en-US" sz="3600" b="0" i="1" dirty="0"/>
              <a:t>What personal attributes does an auditor need to have?</a:t>
            </a:r>
            <a:endParaRPr lang="en-MY" dirty="0"/>
          </a:p>
        </p:txBody>
      </p:sp>
      <p:sp>
        <p:nvSpPr>
          <p:cNvPr id="3" name="Content Placeholder 2">
            <a:extLst>
              <a:ext uri="{FF2B5EF4-FFF2-40B4-BE49-F238E27FC236}">
                <a16:creationId xmlns:a16="http://schemas.microsoft.com/office/drawing/2014/main" id="{30D0D9D3-B042-1112-217E-D928EA22C20E}"/>
              </a:ext>
            </a:extLst>
          </p:cNvPr>
          <p:cNvSpPr>
            <a:spLocks noGrp="1"/>
          </p:cNvSpPr>
          <p:nvPr>
            <p:ph idx="1"/>
          </p:nvPr>
        </p:nvSpPr>
        <p:spPr/>
        <p:txBody>
          <a:bodyPr>
            <a:normAutofit fontScale="62500" lnSpcReduction="20000"/>
          </a:bodyPr>
          <a:lstStyle/>
          <a:p>
            <a:r>
              <a:rPr lang="en-US" b="1" dirty="0"/>
              <a:t>Ethical</a:t>
            </a:r>
          </a:p>
          <a:p>
            <a:pPr marL="342900" indent="-342900"/>
            <a:r>
              <a:rPr lang="en-US" dirty="0"/>
              <a:t>Being fair, truthful, sincere, honest and discreet</a:t>
            </a:r>
          </a:p>
          <a:p>
            <a:r>
              <a:rPr lang="en-US" dirty="0"/>
              <a:t> </a:t>
            </a:r>
          </a:p>
          <a:p>
            <a:r>
              <a:rPr lang="en-US" b="1" dirty="0"/>
              <a:t>Open-minded</a:t>
            </a:r>
          </a:p>
          <a:p>
            <a:pPr marL="342900" indent="-342900"/>
            <a:r>
              <a:rPr lang="en-US" dirty="0"/>
              <a:t>Willing to consider alternative ideas or point of views</a:t>
            </a:r>
          </a:p>
          <a:p>
            <a:pPr marL="342900" indent="-342900"/>
            <a:r>
              <a:rPr lang="en-US" dirty="0"/>
              <a:t>Obtain all information and facts before forming a fair opinion or judgement</a:t>
            </a:r>
          </a:p>
          <a:p>
            <a:r>
              <a:rPr lang="en-US" dirty="0"/>
              <a:t> </a:t>
            </a:r>
          </a:p>
          <a:p>
            <a:r>
              <a:rPr lang="en-US" b="1" dirty="0"/>
              <a:t>Perceptive</a:t>
            </a:r>
          </a:p>
          <a:p>
            <a:pPr marL="342900" indent="-342900"/>
            <a:r>
              <a:rPr lang="en-US" dirty="0"/>
              <a:t>Being aware of and able to understand the situation</a:t>
            </a:r>
          </a:p>
          <a:p>
            <a:pPr marL="342900" indent="-342900"/>
            <a:r>
              <a:rPr lang="en-US" dirty="0"/>
              <a:t>Able to gather information and sharp at observing surrounding situations or changes</a:t>
            </a:r>
          </a:p>
          <a:p>
            <a:endParaRPr lang="en-US" dirty="0"/>
          </a:p>
          <a:p>
            <a:r>
              <a:rPr lang="en-US" b="1" dirty="0"/>
              <a:t>Versatile</a:t>
            </a:r>
          </a:p>
          <a:p>
            <a:pPr marL="342900" indent="-342900"/>
            <a:r>
              <a:rPr lang="en-US" dirty="0"/>
              <a:t>Being readily adaptable to different situations</a:t>
            </a:r>
          </a:p>
          <a:p>
            <a:pPr marL="342900" indent="-342900"/>
            <a:r>
              <a:rPr lang="en-US" dirty="0"/>
              <a:t>Capable of functioning as multiple roles and multitasking functions competently</a:t>
            </a:r>
          </a:p>
          <a:p>
            <a:pPr marL="342900" indent="-342900"/>
            <a:r>
              <a:rPr lang="en-US" dirty="0"/>
              <a:t>Resourceful</a:t>
            </a:r>
          </a:p>
          <a:p>
            <a:endParaRPr lang="en-US" dirty="0"/>
          </a:p>
          <a:p>
            <a:endParaRPr lang="en-MY" dirty="0"/>
          </a:p>
        </p:txBody>
      </p:sp>
      <p:sp>
        <p:nvSpPr>
          <p:cNvPr id="4" name="Date Placeholder 3">
            <a:extLst>
              <a:ext uri="{FF2B5EF4-FFF2-40B4-BE49-F238E27FC236}">
                <a16:creationId xmlns:a16="http://schemas.microsoft.com/office/drawing/2014/main" id="{81EB461C-9CEB-6422-D46D-9ABCE26709E9}"/>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F6AA1543-BAD4-D7DB-DA09-DDD1A7AAB724}"/>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4A3CA0A1-36AD-3587-EEAB-397ACC641B08}"/>
              </a:ext>
            </a:extLst>
          </p:cNvPr>
          <p:cNvSpPr>
            <a:spLocks noGrp="1"/>
          </p:cNvSpPr>
          <p:nvPr>
            <p:ph type="sldNum" sz="quarter" idx="12"/>
          </p:nvPr>
        </p:nvSpPr>
        <p:spPr/>
        <p:txBody>
          <a:bodyPr/>
          <a:lstStyle/>
          <a:p>
            <a:fld id="{FB2FB115-6801-42A4-BE77-362A11867301}" type="slidenum">
              <a:rPr lang="en-US" smtClean="0"/>
              <a:t>36</a:t>
            </a:fld>
            <a:endParaRPr lang="en-US"/>
          </a:p>
        </p:txBody>
      </p:sp>
    </p:spTree>
    <p:extLst>
      <p:ext uri="{BB962C8B-B14F-4D97-AF65-F5344CB8AC3E}">
        <p14:creationId xmlns:p14="http://schemas.microsoft.com/office/powerpoint/2010/main" val="11398230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E4CAB-95BD-5162-43CB-233549CDEF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2832F4-7B63-F87A-2EBB-5DF7C6621D34}"/>
              </a:ext>
            </a:extLst>
          </p:cNvPr>
          <p:cNvSpPr>
            <a:spLocks noGrp="1"/>
          </p:cNvSpPr>
          <p:nvPr>
            <p:ph type="title"/>
          </p:nvPr>
        </p:nvSpPr>
        <p:spPr/>
        <p:txBody>
          <a:bodyPr/>
          <a:lstStyle/>
          <a:p>
            <a:r>
              <a:rPr lang="en-MY" dirty="0"/>
              <a:t>Auditor’s Required Knowledge</a:t>
            </a:r>
          </a:p>
        </p:txBody>
      </p:sp>
      <p:sp>
        <p:nvSpPr>
          <p:cNvPr id="3" name="Content Placeholder 2">
            <a:extLst>
              <a:ext uri="{FF2B5EF4-FFF2-40B4-BE49-F238E27FC236}">
                <a16:creationId xmlns:a16="http://schemas.microsoft.com/office/drawing/2014/main" id="{EB441BAF-C801-91E2-CE89-86B2EAC46251}"/>
              </a:ext>
            </a:extLst>
          </p:cNvPr>
          <p:cNvSpPr>
            <a:spLocks noGrp="1"/>
          </p:cNvSpPr>
          <p:nvPr>
            <p:ph idx="1"/>
          </p:nvPr>
        </p:nvSpPr>
        <p:spPr>
          <a:xfrm>
            <a:off x="838202" y="1267281"/>
            <a:ext cx="10477897" cy="4909682"/>
          </a:xfrm>
        </p:spPr>
        <p:txBody>
          <a:bodyPr>
            <a:normAutofit/>
          </a:bodyPr>
          <a:lstStyle/>
          <a:p>
            <a:pPr algn="just"/>
            <a:r>
              <a:rPr lang="en-US" sz="2400" dirty="0"/>
              <a:t>While discussing the audit principles needed for an auditor, we have also mentioned about how skilled judgment is part of a requirement in becoming an auditor. (Actually there are a lot of things that require a skilled judgement, but let's stick to this first)</a:t>
            </a:r>
          </a:p>
          <a:p>
            <a:r>
              <a:rPr lang="en-US" sz="2400" dirty="0"/>
              <a:t>Acquiring a skilled judgement can only come from your </a:t>
            </a:r>
            <a:r>
              <a:rPr lang="en-US" sz="2400" b="1" dirty="0"/>
              <a:t>experience and practice of general and specific knowledge</a:t>
            </a:r>
            <a:r>
              <a:rPr lang="en-US" sz="2400" dirty="0"/>
              <a:t>.</a:t>
            </a:r>
          </a:p>
          <a:p>
            <a:endParaRPr lang="en-MY" sz="2400" dirty="0"/>
          </a:p>
        </p:txBody>
      </p:sp>
      <p:sp>
        <p:nvSpPr>
          <p:cNvPr id="4" name="Date Placeholder 3">
            <a:extLst>
              <a:ext uri="{FF2B5EF4-FFF2-40B4-BE49-F238E27FC236}">
                <a16:creationId xmlns:a16="http://schemas.microsoft.com/office/drawing/2014/main" id="{EB045CB5-85DA-6A65-52A9-955737E1EDE6}"/>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4D5D9DFC-3319-8303-84C1-BD7E82C0189B}"/>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9A1BB8D5-1811-36F1-8EAE-96D0ED3ADD50}"/>
              </a:ext>
            </a:extLst>
          </p:cNvPr>
          <p:cNvSpPr>
            <a:spLocks noGrp="1"/>
          </p:cNvSpPr>
          <p:nvPr>
            <p:ph type="sldNum" sz="quarter" idx="12"/>
          </p:nvPr>
        </p:nvSpPr>
        <p:spPr/>
        <p:txBody>
          <a:bodyPr/>
          <a:lstStyle/>
          <a:p>
            <a:fld id="{FB2FB115-6801-42A4-BE77-362A11867301}" type="slidenum">
              <a:rPr lang="en-US" smtClean="0"/>
              <a:t>37</a:t>
            </a:fld>
            <a:endParaRPr lang="en-US"/>
          </a:p>
        </p:txBody>
      </p:sp>
      <p:pic>
        <p:nvPicPr>
          <p:cNvPr id="7" name="Picture 2">
            <a:extLst>
              <a:ext uri="{FF2B5EF4-FFF2-40B4-BE49-F238E27FC236}">
                <a16:creationId xmlns:a16="http://schemas.microsoft.com/office/drawing/2014/main" id="{253534AD-1FB9-B5BD-750A-C23070D4F0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8929" y="3429000"/>
            <a:ext cx="6528946" cy="2927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67534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4AAFE-A4D8-9F58-EC46-6A1182237C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EED466-CFB7-8009-5DA2-193C66D877D8}"/>
              </a:ext>
            </a:extLst>
          </p:cNvPr>
          <p:cNvSpPr>
            <a:spLocks noGrp="1"/>
          </p:cNvSpPr>
          <p:nvPr>
            <p:ph type="title"/>
          </p:nvPr>
        </p:nvSpPr>
        <p:spPr/>
        <p:txBody>
          <a:bodyPr/>
          <a:lstStyle/>
          <a:p>
            <a:r>
              <a:rPr lang="en-MY" dirty="0"/>
              <a:t>Audit in General</a:t>
            </a:r>
          </a:p>
        </p:txBody>
      </p:sp>
      <p:sp>
        <p:nvSpPr>
          <p:cNvPr id="3" name="Content Placeholder 2">
            <a:extLst>
              <a:ext uri="{FF2B5EF4-FFF2-40B4-BE49-F238E27FC236}">
                <a16:creationId xmlns:a16="http://schemas.microsoft.com/office/drawing/2014/main" id="{B2F30CF2-3995-54BC-76A9-AA99510A8D7C}"/>
              </a:ext>
            </a:extLst>
          </p:cNvPr>
          <p:cNvSpPr>
            <a:spLocks noGrp="1"/>
          </p:cNvSpPr>
          <p:nvPr>
            <p:ph idx="1"/>
          </p:nvPr>
        </p:nvSpPr>
        <p:spPr>
          <a:xfrm>
            <a:off x="7709647" y="1285168"/>
            <a:ext cx="3984814" cy="4177586"/>
          </a:xfrm>
        </p:spPr>
        <p:txBody>
          <a:bodyPr>
            <a:normAutofit fontScale="70000" lnSpcReduction="20000"/>
          </a:bodyPr>
          <a:lstStyle/>
          <a:p>
            <a:pPr marL="0" indent="0" algn="just">
              <a:buNone/>
            </a:pPr>
            <a:r>
              <a:rPr lang="en-US" sz="3800" dirty="0"/>
              <a:t>A successful audit is the result of sound planning and an atmosphere of constructive involvement and communication between auditor and auditee. </a:t>
            </a:r>
          </a:p>
          <a:p>
            <a:pPr marL="0" indent="0" algn="just">
              <a:buNone/>
            </a:pPr>
            <a:r>
              <a:rPr lang="en-US" sz="3800" dirty="0"/>
              <a:t>Basically, the audit process for any type of audit is similar and there are four stages, as shown in the audit cycle diagram.</a:t>
            </a:r>
          </a:p>
          <a:p>
            <a:pPr algn="just"/>
            <a:endParaRPr lang="en-MY" dirty="0"/>
          </a:p>
        </p:txBody>
      </p:sp>
      <p:sp>
        <p:nvSpPr>
          <p:cNvPr id="4" name="Date Placeholder 3">
            <a:extLst>
              <a:ext uri="{FF2B5EF4-FFF2-40B4-BE49-F238E27FC236}">
                <a16:creationId xmlns:a16="http://schemas.microsoft.com/office/drawing/2014/main" id="{4BE36C60-0E5B-681A-48B1-60E156FE10B7}"/>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B0C48A4D-408A-43C1-AA2C-C8EBAEE70E53}"/>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185A5B4E-1659-46C9-0967-8E6169D6D71C}"/>
              </a:ext>
            </a:extLst>
          </p:cNvPr>
          <p:cNvSpPr>
            <a:spLocks noGrp="1"/>
          </p:cNvSpPr>
          <p:nvPr>
            <p:ph type="sldNum" sz="quarter" idx="12"/>
          </p:nvPr>
        </p:nvSpPr>
        <p:spPr/>
        <p:txBody>
          <a:bodyPr/>
          <a:lstStyle/>
          <a:p>
            <a:fld id="{FB2FB115-6801-42A4-BE77-362A11867301}" type="slidenum">
              <a:rPr lang="en-US" smtClean="0"/>
              <a:t>38</a:t>
            </a:fld>
            <a:endParaRPr lang="en-US"/>
          </a:p>
        </p:txBody>
      </p:sp>
      <p:pic>
        <p:nvPicPr>
          <p:cNvPr id="7" name="Picture 2">
            <a:extLst>
              <a:ext uri="{FF2B5EF4-FFF2-40B4-BE49-F238E27FC236}">
                <a16:creationId xmlns:a16="http://schemas.microsoft.com/office/drawing/2014/main" id="{1EBBDFFC-C583-890A-5D87-64A8A80212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1285168"/>
            <a:ext cx="6602508" cy="4177586"/>
          </a:xfrm>
          <a:prstGeom prst="rect">
            <a:avLst/>
          </a:prstGeom>
          <a:solidFill>
            <a:schemeClr val="accent2"/>
          </a:solidFill>
          <a:ln>
            <a:solidFill>
              <a:schemeClr val="tx1"/>
            </a:solidFill>
          </a:ln>
          <a:effectLst/>
        </p:spPr>
      </p:pic>
    </p:spTree>
    <p:extLst>
      <p:ext uri="{BB962C8B-B14F-4D97-AF65-F5344CB8AC3E}">
        <p14:creationId xmlns:p14="http://schemas.microsoft.com/office/powerpoint/2010/main" val="6865354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61FD2-2853-160D-9A7B-F566ABBA95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4CCA81-32EF-C2E4-7B72-A1332ED8D2EA}"/>
              </a:ext>
            </a:extLst>
          </p:cNvPr>
          <p:cNvSpPr>
            <a:spLocks noGrp="1"/>
          </p:cNvSpPr>
          <p:nvPr>
            <p:ph type="title"/>
          </p:nvPr>
        </p:nvSpPr>
        <p:spPr/>
        <p:txBody>
          <a:bodyPr/>
          <a:lstStyle/>
          <a:p>
            <a:r>
              <a:rPr lang="en-MY" dirty="0"/>
              <a:t>Audit Cycle</a:t>
            </a:r>
          </a:p>
        </p:txBody>
      </p:sp>
      <p:sp>
        <p:nvSpPr>
          <p:cNvPr id="3" name="Content Placeholder 2">
            <a:extLst>
              <a:ext uri="{FF2B5EF4-FFF2-40B4-BE49-F238E27FC236}">
                <a16:creationId xmlns:a16="http://schemas.microsoft.com/office/drawing/2014/main" id="{4101AC66-5F6F-48E5-19EF-64A00514D772}"/>
              </a:ext>
            </a:extLst>
          </p:cNvPr>
          <p:cNvSpPr>
            <a:spLocks noGrp="1"/>
          </p:cNvSpPr>
          <p:nvPr>
            <p:ph idx="1"/>
          </p:nvPr>
        </p:nvSpPr>
        <p:spPr/>
        <p:txBody>
          <a:bodyPr/>
          <a:lstStyle/>
          <a:p>
            <a:pPr algn="just"/>
            <a:r>
              <a:rPr lang="en-US" dirty="0"/>
              <a:t>Audit cycle refers to the sequence of events which starts with planning, followed by execution, reporting and follow-up. Each of these processes comprises of activities as follows:</a:t>
            </a:r>
          </a:p>
          <a:p>
            <a:endParaRPr lang="en-MY" dirty="0"/>
          </a:p>
        </p:txBody>
      </p:sp>
      <p:sp>
        <p:nvSpPr>
          <p:cNvPr id="4" name="Date Placeholder 3">
            <a:extLst>
              <a:ext uri="{FF2B5EF4-FFF2-40B4-BE49-F238E27FC236}">
                <a16:creationId xmlns:a16="http://schemas.microsoft.com/office/drawing/2014/main" id="{F9473858-0613-45EA-8760-913BF8A5D6AE}"/>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04D8828F-6EDF-2253-6EF5-017E533ADE35}"/>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DBCC56B3-B585-CD3F-57C1-D1F1778994DF}"/>
              </a:ext>
            </a:extLst>
          </p:cNvPr>
          <p:cNvSpPr>
            <a:spLocks noGrp="1"/>
          </p:cNvSpPr>
          <p:nvPr>
            <p:ph type="sldNum" sz="quarter" idx="12"/>
          </p:nvPr>
        </p:nvSpPr>
        <p:spPr/>
        <p:txBody>
          <a:bodyPr/>
          <a:lstStyle/>
          <a:p>
            <a:fld id="{FB2FB115-6801-42A4-BE77-362A11867301}" type="slidenum">
              <a:rPr lang="en-US" smtClean="0"/>
              <a:t>39</a:t>
            </a:fld>
            <a:endParaRPr lang="en-US"/>
          </a:p>
        </p:txBody>
      </p:sp>
      <p:pic>
        <p:nvPicPr>
          <p:cNvPr id="7" name="Picture 2">
            <a:extLst>
              <a:ext uri="{FF2B5EF4-FFF2-40B4-BE49-F238E27FC236}">
                <a16:creationId xmlns:a16="http://schemas.microsoft.com/office/drawing/2014/main" id="{0AC031DE-1316-750C-D7ED-C92ADF00D7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8473" y="2554318"/>
            <a:ext cx="6109315" cy="3802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30260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FFD25-EA7E-FDC6-ACB4-18BD7A085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6089F-99D4-E4E6-EF94-C07AB337CA0F}"/>
              </a:ext>
            </a:extLst>
          </p:cNvPr>
          <p:cNvSpPr>
            <a:spLocks noGrp="1"/>
          </p:cNvSpPr>
          <p:nvPr>
            <p:ph type="title"/>
          </p:nvPr>
        </p:nvSpPr>
        <p:spPr/>
        <p:txBody>
          <a:bodyPr/>
          <a:lstStyle/>
          <a:p>
            <a:r>
              <a:rPr lang="en-MY" dirty="0"/>
              <a:t>Audit Planning</a:t>
            </a:r>
          </a:p>
        </p:txBody>
      </p:sp>
      <p:sp>
        <p:nvSpPr>
          <p:cNvPr id="3" name="Content Placeholder 2">
            <a:extLst>
              <a:ext uri="{FF2B5EF4-FFF2-40B4-BE49-F238E27FC236}">
                <a16:creationId xmlns:a16="http://schemas.microsoft.com/office/drawing/2014/main" id="{CD2BD440-02E2-B1D2-1DED-5387CABC8CBE}"/>
              </a:ext>
            </a:extLst>
          </p:cNvPr>
          <p:cNvSpPr>
            <a:spLocks noGrp="1"/>
          </p:cNvSpPr>
          <p:nvPr>
            <p:ph idx="1"/>
          </p:nvPr>
        </p:nvSpPr>
        <p:spPr/>
        <p:txBody>
          <a:bodyPr>
            <a:normAutofit/>
          </a:bodyPr>
          <a:lstStyle/>
          <a:p>
            <a:pPr algn="just"/>
            <a:r>
              <a:rPr lang="en-US" dirty="0"/>
              <a:t>Audit planning consists of 5 activities/steps as follows:</a:t>
            </a:r>
          </a:p>
          <a:p>
            <a:pPr algn="just"/>
            <a:endParaRPr lang="en-US" dirty="0"/>
          </a:p>
          <a:p>
            <a:pPr algn="just"/>
            <a:r>
              <a:rPr lang="en-US" b="1" dirty="0"/>
              <a:t>Step 1: Develop an audit program</a:t>
            </a:r>
          </a:p>
          <a:p>
            <a:pPr algn="just"/>
            <a:r>
              <a:rPr lang="en-US" b="1" i="1" dirty="0">
                <a:solidFill>
                  <a:schemeClr val="accent3">
                    <a:lumMod val="50000"/>
                  </a:schemeClr>
                </a:solidFill>
              </a:rPr>
              <a:t>Before you start developing an audit program, understand - What is an audit program?</a:t>
            </a:r>
          </a:p>
          <a:p>
            <a:pPr algn="just"/>
            <a:r>
              <a:rPr lang="en-US" dirty="0"/>
              <a:t>Audit program is a collection of specific audits required to be conducted by an individual company, organization, agency or other entity with a policy of auditing to ensure compliance to a specific standard.</a:t>
            </a:r>
          </a:p>
          <a:p>
            <a:pPr marL="0" indent="0">
              <a:buNone/>
            </a:pPr>
            <a:endParaRPr lang="en-MY" dirty="0"/>
          </a:p>
        </p:txBody>
      </p:sp>
      <p:sp>
        <p:nvSpPr>
          <p:cNvPr id="4" name="Date Placeholder 3">
            <a:extLst>
              <a:ext uri="{FF2B5EF4-FFF2-40B4-BE49-F238E27FC236}">
                <a16:creationId xmlns:a16="http://schemas.microsoft.com/office/drawing/2014/main" id="{28EEB195-250E-07B9-EFA2-5857C65BB8F7}"/>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838D09A9-0034-F6AC-6A0F-BDB9555B26B0}"/>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F740E57A-55CE-8186-AB2D-467F670FAA40}"/>
              </a:ext>
            </a:extLst>
          </p:cNvPr>
          <p:cNvSpPr>
            <a:spLocks noGrp="1"/>
          </p:cNvSpPr>
          <p:nvPr>
            <p:ph type="sldNum" sz="quarter" idx="12"/>
          </p:nvPr>
        </p:nvSpPr>
        <p:spPr/>
        <p:txBody>
          <a:bodyPr/>
          <a:lstStyle/>
          <a:p>
            <a:fld id="{FB2FB115-6801-42A4-BE77-362A11867301}" type="slidenum">
              <a:rPr lang="en-US" smtClean="0"/>
              <a:t>40</a:t>
            </a:fld>
            <a:endParaRPr lang="en-US"/>
          </a:p>
        </p:txBody>
      </p:sp>
    </p:spTree>
    <p:extLst>
      <p:ext uri="{BB962C8B-B14F-4D97-AF65-F5344CB8AC3E}">
        <p14:creationId xmlns:p14="http://schemas.microsoft.com/office/powerpoint/2010/main" val="21316963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9E2F3-1BB8-ED20-71A7-B4441AE13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3E3556-C598-9982-21DB-CD5B045203DE}"/>
              </a:ext>
            </a:extLst>
          </p:cNvPr>
          <p:cNvSpPr>
            <a:spLocks noGrp="1"/>
          </p:cNvSpPr>
          <p:nvPr>
            <p:ph type="title"/>
          </p:nvPr>
        </p:nvSpPr>
        <p:spPr/>
        <p:txBody>
          <a:bodyPr/>
          <a:lstStyle/>
          <a:p>
            <a:r>
              <a:rPr lang="en-MY" dirty="0"/>
              <a:t>Audit Planning</a:t>
            </a:r>
          </a:p>
        </p:txBody>
      </p:sp>
      <p:sp>
        <p:nvSpPr>
          <p:cNvPr id="3" name="Content Placeholder 2">
            <a:extLst>
              <a:ext uri="{FF2B5EF4-FFF2-40B4-BE49-F238E27FC236}">
                <a16:creationId xmlns:a16="http://schemas.microsoft.com/office/drawing/2014/main" id="{5335117A-0752-D114-0756-31047C5EE6CA}"/>
              </a:ext>
            </a:extLst>
          </p:cNvPr>
          <p:cNvSpPr>
            <a:spLocks noGrp="1"/>
          </p:cNvSpPr>
          <p:nvPr>
            <p:ph idx="1"/>
          </p:nvPr>
        </p:nvSpPr>
        <p:spPr/>
        <p:txBody>
          <a:bodyPr>
            <a:noAutofit/>
          </a:bodyPr>
          <a:lstStyle/>
          <a:p>
            <a:pPr marL="0" indent="0" algn="just">
              <a:buNone/>
            </a:pPr>
            <a:r>
              <a:rPr lang="en-US" sz="2400" b="1" i="1" dirty="0">
                <a:solidFill>
                  <a:schemeClr val="accent3">
                    <a:lumMod val="50000"/>
                  </a:schemeClr>
                </a:solidFill>
              </a:rPr>
              <a:t>Audit program content</a:t>
            </a:r>
          </a:p>
          <a:p>
            <a:pPr marL="0" indent="0" algn="just">
              <a:buNone/>
            </a:pPr>
            <a:r>
              <a:rPr lang="en-US" sz="2400" dirty="0"/>
              <a:t>To develop and establish your audit program, you have to identify:</a:t>
            </a:r>
          </a:p>
          <a:p>
            <a:pPr marL="525463" lvl="1" indent="-342900" algn="just"/>
            <a:r>
              <a:rPr lang="en-US" dirty="0"/>
              <a:t>Audit type</a:t>
            </a:r>
          </a:p>
          <a:p>
            <a:pPr marL="525463" lvl="1" indent="-342900" algn="just"/>
            <a:r>
              <a:rPr lang="en-US" dirty="0"/>
              <a:t>Audit objective and scope</a:t>
            </a:r>
          </a:p>
          <a:p>
            <a:pPr marL="525463" lvl="1" indent="-342900" algn="just"/>
            <a:r>
              <a:rPr lang="en-US" dirty="0"/>
              <a:t>Audit normative references</a:t>
            </a:r>
          </a:p>
          <a:p>
            <a:pPr marL="525463" lvl="1" indent="-342900" algn="just"/>
            <a:r>
              <a:rPr lang="en-US" dirty="0"/>
              <a:t>Selection of auditor and auditee</a:t>
            </a:r>
          </a:p>
          <a:p>
            <a:pPr marL="525463" lvl="1" indent="-342900" algn="just"/>
            <a:r>
              <a:rPr lang="en-US" dirty="0"/>
              <a:t>Frequency and schedule</a:t>
            </a:r>
          </a:p>
          <a:p>
            <a:pPr marL="525463" lvl="1" indent="-342900" algn="just"/>
            <a:r>
              <a:rPr lang="en-US" dirty="0"/>
              <a:t>Audit tools</a:t>
            </a:r>
          </a:p>
          <a:p>
            <a:pPr marL="525463" lvl="1" indent="-342900" algn="just"/>
            <a:r>
              <a:rPr lang="en-US" dirty="0"/>
              <a:t>Type and format of audit documentation</a:t>
            </a:r>
          </a:p>
          <a:p>
            <a:pPr marL="525463" lvl="1" indent="-342900" algn="just"/>
            <a:r>
              <a:rPr lang="en-US" dirty="0"/>
              <a:t>Audit process requirements</a:t>
            </a:r>
          </a:p>
          <a:p>
            <a:pPr lvl="2" algn="just"/>
            <a:r>
              <a:rPr lang="en-US" sz="2599" dirty="0"/>
              <a:t>Audit method, Category of non-conformance, </a:t>
            </a:r>
            <a:r>
              <a:rPr lang="en-US" sz="2400" dirty="0"/>
              <a:t>Corrective action, Follow up audit</a:t>
            </a:r>
          </a:p>
          <a:p>
            <a:endParaRPr lang="en-MY" sz="2400" dirty="0"/>
          </a:p>
        </p:txBody>
      </p:sp>
      <p:sp>
        <p:nvSpPr>
          <p:cNvPr id="4" name="Date Placeholder 3">
            <a:extLst>
              <a:ext uri="{FF2B5EF4-FFF2-40B4-BE49-F238E27FC236}">
                <a16:creationId xmlns:a16="http://schemas.microsoft.com/office/drawing/2014/main" id="{8931931A-538F-CA41-2672-FB695DF29B48}"/>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80C2253C-0BAA-204D-6A85-388EB5A5B0A5}"/>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244A5A4C-2F27-E989-17A5-DDE88755017C}"/>
              </a:ext>
            </a:extLst>
          </p:cNvPr>
          <p:cNvSpPr>
            <a:spLocks noGrp="1"/>
          </p:cNvSpPr>
          <p:nvPr>
            <p:ph type="sldNum" sz="quarter" idx="12"/>
          </p:nvPr>
        </p:nvSpPr>
        <p:spPr/>
        <p:txBody>
          <a:bodyPr/>
          <a:lstStyle/>
          <a:p>
            <a:fld id="{FB2FB115-6801-42A4-BE77-362A11867301}" type="slidenum">
              <a:rPr lang="en-US" smtClean="0"/>
              <a:t>41</a:t>
            </a:fld>
            <a:endParaRPr lang="en-US"/>
          </a:p>
        </p:txBody>
      </p:sp>
    </p:spTree>
    <p:extLst>
      <p:ext uri="{BB962C8B-B14F-4D97-AF65-F5344CB8AC3E}">
        <p14:creationId xmlns:p14="http://schemas.microsoft.com/office/powerpoint/2010/main" val="2383719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CB763-1217-05D9-BBFA-C8431F6C4B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6B771-2BEB-8329-1D3D-A705281CF5EB}"/>
              </a:ext>
            </a:extLst>
          </p:cNvPr>
          <p:cNvSpPr>
            <a:spLocks noGrp="1"/>
          </p:cNvSpPr>
          <p:nvPr>
            <p:ph type="title"/>
          </p:nvPr>
        </p:nvSpPr>
        <p:spPr/>
        <p:txBody>
          <a:bodyPr/>
          <a:lstStyle/>
          <a:p>
            <a:r>
              <a:rPr lang="en-MY" dirty="0"/>
              <a:t>Audit Planning</a:t>
            </a:r>
          </a:p>
        </p:txBody>
      </p:sp>
      <p:sp>
        <p:nvSpPr>
          <p:cNvPr id="3" name="Content Placeholder 2">
            <a:extLst>
              <a:ext uri="{FF2B5EF4-FFF2-40B4-BE49-F238E27FC236}">
                <a16:creationId xmlns:a16="http://schemas.microsoft.com/office/drawing/2014/main" id="{1D1A678E-5C71-D391-53BC-A2DC94C9C566}"/>
              </a:ext>
            </a:extLst>
          </p:cNvPr>
          <p:cNvSpPr>
            <a:spLocks noGrp="1"/>
          </p:cNvSpPr>
          <p:nvPr>
            <p:ph idx="1"/>
          </p:nvPr>
        </p:nvSpPr>
        <p:spPr/>
        <p:txBody>
          <a:bodyPr/>
          <a:lstStyle/>
          <a:p>
            <a:pPr marL="0" indent="0" algn="just">
              <a:buNone/>
            </a:pPr>
            <a:r>
              <a:rPr lang="en-US" sz="2400" b="1" dirty="0"/>
              <a:t>Step 2: Initiating Audit Process</a:t>
            </a:r>
          </a:p>
          <a:p>
            <a:pPr algn="just"/>
            <a:r>
              <a:rPr lang="en-US" sz="2400" dirty="0"/>
              <a:t>Now that you have identified your audit process content, you can:</a:t>
            </a:r>
          </a:p>
          <a:p>
            <a:pPr marL="873125" lvl="2" indent="-514350" algn="just">
              <a:buFont typeface="+mj-lt"/>
              <a:buAutoNum type="romanLcPeriod"/>
            </a:pPr>
            <a:r>
              <a:rPr lang="en-US" sz="2400" dirty="0"/>
              <a:t>appoint and assign the auditors and formally notify them;</a:t>
            </a:r>
          </a:p>
          <a:p>
            <a:pPr marL="873125" lvl="2" indent="-514350" algn="just">
              <a:buFont typeface="+mj-lt"/>
              <a:buAutoNum type="romanLcPeriod"/>
            </a:pPr>
            <a:r>
              <a:rPr lang="en-US" sz="2400" dirty="0"/>
              <a:t>define the audit objective, scope and criteria;</a:t>
            </a:r>
          </a:p>
          <a:p>
            <a:pPr marL="873125" lvl="2" indent="-514350" algn="just">
              <a:buFont typeface="+mj-lt"/>
              <a:buAutoNum type="romanLcPeriod"/>
            </a:pPr>
            <a:r>
              <a:rPr lang="en-US" sz="2400" dirty="0"/>
              <a:t>contact the auditee formally to notify and confirm the arrangement.</a:t>
            </a:r>
          </a:p>
          <a:p>
            <a:pPr marL="873125" lvl="2" indent="-514350" algn="just">
              <a:buFont typeface="+mj-lt"/>
              <a:buAutoNum type="romanLcPeriod"/>
            </a:pPr>
            <a:endParaRPr lang="en-US" sz="2400" dirty="0"/>
          </a:p>
          <a:p>
            <a:pPr marL="457200" lvl="2" indent="-457200" algn="just">
              <a:buAutoNum type="alphaUcPeriod"/>
            </a:pPr>
            <a:r>
              <a:rPr lang="en-US" sz="2400" b="1" dirty="0">
                <a:solidFill>
                  <a:schemeClr val="accent3">
                    <a:lumMod val="50000"/>
                  </a:schemeClr>
                </a:solidFill>
              </a:rPr>
              <a:t>Selection of audit team</a:t>
            </a:r>
          </a:p>
          <a:p>
            <a:pPr marL="0" lvl="2" indent="0" algn="just">
              <a:buNone/>
            </a:pPr>
            <a:r>
              <a:rPr lang="en-US" sz="2400" dirty="0"/>
              <a:t>In order for you to appoint and assign the auditors, you need to identify the size of the team and if the candidate fulfils the certification requirements. The team members &amp; size is determined by the organization and the audit program.</a:t>
            </a:r>
          </a:p>
          <a:p>
            <a:endParaRPr lang="en-MY" dirty="0"/>
          </a:p>
        </p:txBody>
      </p:sp>
      <p:sp>
        <p:nvSpPr>
          <p:cNvPr id="4" name="Date Placeholder 3">
            <a:extLst>
              <a:ext uri="{FF2B5EF4-FFF2-40B4-BE49-F238E27FC236}">
                <a16:creationId xmlns:a16="http://schemas.microsoft.com/office/drawing/2014/main" id="{99D8A4D8-662D-4E40-7B57-E4EEB1B4D796}"/>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694875D5-76D4-6637-E3B7-D6AC00DC70F7}"/>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5472052D-6265-5BE0-8467-D8B77DAB6546}"/>
              </a:ext>
            </a:extLst>
          </p:cNvPr>
          <p:cNvSpPr>
            <a:spLocks noGrp="1"/>
          </p:cNvSpPr>
          <p:nvPr>
            <p:ph type="sldNum" sz="quarter" idx="12"/>
          </p:nvPr>
        </p:nvSpPr>
        <p:spPr/>
        <p:txBody>
          <a:bodyPr/>
          <a:lstStyle/>
          <a:p>
            <a:fld id="{FB2FB115-6801-42A4-BE77-362A11867301}" type="slidenum">
              <a:rPr lang="en-US" smtClean="0"/>
              <a:t>42</a:t>
            </a:fld>
            <a:endParaRPr lang="en-US"/>
          </a:p>
        </p:txBody>
      </p:sp>
    </p:spTree>
    <p:extLst>
      <p:ext uri="{BB962C8B-B14F-4D97-AF65-F5344CB8AC3E}">
        <p14:creationId xmlns:p14="http://schemas.microsoft.com/office/powerpoint/2010/main" val="3453878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DB1CF52-8B29-5B3F-0E1F-C3D6667B0E75}"/>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219DE8CB-DBA5-348E-F5FF-EC04CE103633}"/>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A90DF30B-20A3-E468-C7A8-4A1329364164}"/>
              </a:ext>
            </a:extLst>
          </p:cNvPr>
          <p:cNvSpPr>
            <a:spLocks noGrp="1"/>
          </p:cNvSpPr>
          <p:nvPr>
            <p:ph type="sldNum" sz="quarter" idx="12"/>
          </p:nvPr>
        </p:nvSpPr>
        <p:spPr/>
        <p:txBody>
          <a:bodyPr/>
          <a:lstStyle/>
          <a:p>
            <a:fld id="{FB2FB115-6801-42A4-BE77-362A11867301}" type="slidenum">
              <a:rPr lang="en-US" smtClean="0"/>
              <a:t>43</a:t>
            </a:fld>
            <a:endParaRPr lang="en-US"/>
          </a:p>
        </p:txBody>
      </p:sp>
      <p:pic>
        <p:nvPicPr>
          <p:cNvPr id="8" name="Picture 2">
            <a:extLst>
              <a:ext uri="{FF2B5EF4-FFF2-40B4-BE49-F238E27FC236}">
                <a16:creationId xmlns:a16="http://schemas.microsoft.com/office/drawing/2014/main" id="{1F8A4FDB-3E17-0C71-4B15-2AA2407540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9437" y="3051255"/>
            <a:ext cx="8743451" cy="3368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a:extLst>
              <a:ext uri="{FF2B5EF4-FFF2-40B4-BE49-F238E27FC236}">
                <a16:creationId xmlns:a16="http://schemas.microsoft.com/office/drawing/2014/main" id="{792EDE69-5BDF-7851-C994-C10643159C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4770" y="194998"/>
            <a:ext cx="5992787" cy="2760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39807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1C779-4877-E84D-BC0B-FE5DAA23B7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800EB-CA17-49B6-C703-F72565977E02}"/>
              </a:ext>
            </a:extLst>
          </p:cNvPr>
          <p:cNvSpPr>
            <a:spLocks noGrp="1"/>
          </p:cNvSpPr>
          <p:nvPr>
            <p:ph type="title"/>
          </p:nvPr>
        </p:nvSpPr>
        <p:spPr/>
        <p:txBody>
          <a:bodyPr/>
          <a:lstStyle/>
          <a:p>
            <a:r>
              <a:rPr lang="en-MY" dirty="0"/>
              <a:t>Audit Planning</a:t>
            </a:r>
          </a:p>
        </p:txBody>
      </p:sp>
      <p:sp>
        <p:nvSpPr>
          <p:cNvPr id="3" name="Content Placeholder 2">
            <a:extLst>
              <a:ext uri="{FF2B5EF4-FFF2-40B4-BE49-F238E27FC236}">
                <a16:creationId xmlns:a16="http://schemas.microsoft.com/office/drawing/2014/main" id="{C9E452D7-5E8C-0454-1F44-3A8D854F2872}"/>
              </a:ext>
            </a:extLst>
          </p:cNvPr>
          <p:cNvSpPr>
            <a:spLocks noGrp="1"/>
          </p:cNvSpPr>
          <p:nvPr>
            <p:ph idx="1"/>
          </p:nvPr>
        </p:nvSpPr>
        <p:spPr/>
        <p:txBody>
          <a:bodyPr/>
          <a:lstStyle/>
          <a:p>
            <a:pPr marL="0" lvl="2" indent="0" algn="just">
              <a:buNone/>
            </a:pPr>
            <a:r>
              <a:rPr lang="en-US" sz="2400" b="1" i="1" dirty="0"/>
              <a:t>Define audit objective</a:t>
            </a:r>
          </a:p>
          <a:p>
            <a:pPr marL="0" lvl="2" indent="0" algn="just">
              <a:buNone/>
            </a:pPr>
            <a:r>
              <a:rPr lang="en-US" sz="2400" dirty="0"/>
              <a:t>Audit objectives normally refer to the conclusion* that an identified audit is expected to draw in regards to the organization’s activity performance.</a:t>
            </a:r>
          </a:p>
          <a:p>
            <a:pPr marL="0" lvl="2" indent="0" algn="just">
              <a:buNone/>
            </a:pPr>
            <a:endParaRPr lang="en-US" sz="2400" dirty="0"/>
          </a:p>
          <a:p>
            <a:pPr marL="0" lvl="2" indent="0" algn="just">
              <a:buNone/>
            </a:pPr>
            <a:r>
              <a:rPr lang="en-US" sz="2400" i="1" dirty="0"/>
              <a:t>*Conclusion - Halal Certification Requirements (level of compliance &amp; non-compliance)</a:t>
            </a:r>
          </a:p>
          <a:p>
            <a:pPr marL="0" lvl="2" indent="0" algn="just">
              <a:buNone/>
            </a:pPr>
            <a:endParaRPr lang="en-US" sz="2400" b="1" i="1" dirty="0"/>
          </a:p>
          <a:p>
            <a:pPr marL="0" lvl="2" indent="0" algn="just">
              <a:buNone/>
            </a:pPr>
            <a:r>
              <a:rPr lang="en-US" sz="2400" b="1" i="1" dirty="0"/>
              <a:t>Halal Internal Audit Objective</a:t>
            </a:r>
          </a:p>
          <a:p>
            <a:pPr marL="0" lvl="2" indent="0" algn="just">
              <a:buNone/>
            </a:pPr>
            <a:r>
              <a:rPr lang="en-US" sz="2400" dirty="0"/>
              <a:t>The purpose of this audit is to verify that the current HAS Manual is developed, implemented and updated according to the current Halal Assurance System (HAS), Halal Certification Manual Procedure and related Halal Standard in ensuring and maintaining integrity of Halal product/ service.</a:t>
            </a:r>
          </a:p>
          <a:p>
            <a:endParaRPr lang="en-MY" dirty="0"/>
          </a:p>
        </p:txBody>
      </p:sp>
      <p:sp>
        <p:nvSpPr>
          <p:cNvPr id="4" name="Date Placeholder 3">
            <a:extLst>
              <a:ext uri="{FF2B5EF4-FFF2-40B4-BE49-F238E27FC236}">
                <a16:creationId xmlns:a16="http://schemas.microsoft.com/office/drawing/2014/main" id="{6B880D44-9CD3-4F4C-23CE-A946D959961D}"/>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519CE511-FE7C-47FD-6D66-77A01D4D9CE7}"/>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5A1B9C40-D89F-225A-1C22-21B02254506D}"/>
              </a:ext>
            </a:extLst>
          </p:cNvPr>
          <p:cNvSpPr>
            <a:spLocks noGrp="1"/>
          </p:cNvSpPr>
          <p:nvPr>
            <p:ph type="sldNum" sz="quarter" idx="12"/>
          </p:nvPr>
        </p:nvSpPr>
        <p:spPr/>
        <p:txBody>
          <a:bodyPr/>
          <a:lstStyle/>
          <a:p>
            <a:fld id="{FB2FB115-6801-42A4-BE77-362A11867301}" type="slidenum">
              <a:rPr lang="en-US" smtClean="0"/>
              <a:t>44</a:t>
            </a:fld>
            <a:endParaRPr lang="en-US"/>
          </a:p>
        </p:txBody>
      </p:sp>
    </p:spTree>
    <p:extLst>
      <p:ext uri="{BB962C8B-B14F-4D97-AF65-F5344CB8AC3E}">
        <p14:creationId xmlns:p14="http://schemas.microsoft.com/office/powerpoint/2010/main" val="38211667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C6430-C625-A7DD-C2B9-DEE4039915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019F0-9B73-4D1B-77E2-813E480F6A7A}"/>
              </a:ext>
            </a:extLst>
          </p:cNvPr>
          <p:cNvSpPr>
            <a:spLocks noGrp="1"/>
          </p:cNvSpPr>
          <p:nvPr>
            <p:ph type="title"/>
          </p:nvPr>
        </p:nvSpPr>
        <p:spPr/>
        <p:txBody>
          <a:bodyPr>
            <a:normAutofit fontScale="90000"/>
          </a:bodyPr>
          <a:lstStyle/>
          <a:p>
            <a:r>
              <a:rPr lang="en-MY" dirty="0"/>
              <a:t>Audit Planning </a:t>
            </a:r>
            <a:br>
              <a:rPr lang="en-MY" dirty="0">
                <a:solidFill>
                  <a:schemeClr val="bg1">
                    <a:lumMod val="65000"/>
                  </a:schemeClr>
                </a:solidFill>
              </a:rPr>
            </a:br>
            <a:r>
              <a:rPr lang="en-MY" dirty="0">
                <a:solidFill>
                  <a:schemeClr val="bg1">
                    <a:lumMod val="65000"/>
                  </a:schemeClr>
                </a:solidFill>
              </a:rPr>
              <a:t>Audit Scope</a:t>
            </a:r>
          </a:p>
        </p:txBody>
      </p:sp>
      <p:sp>
        <p:nvSpPr>
          <p:cNvPr id="4" name="Date Placeholder 3">
            <a:extLst>
              <a:ext uri="{FF2B5EF4-FFF2-40B4-BE49-F238E27FC236}">
                <a16:creationId xmlns:a16="http://schemas.microsoft.com/office/drawing/2014/main" id="{A672B875-A0BF-7AAF-72B2-CEC02E3734CA}"/>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B6E61F01-106F-B202-EEEF-96685394E1F2}"/>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EF88FACD-BAE8-CFCC-EB0F-CD0641F8954C}"/>
              </a:ext>
            </a:extLst>
          </p:cNvPr>
          <p:cNvSpPr>
            <a:spLocks noGrp="1"/>
          </p:cNvSpPr>
          <p:nvPr>
            <p:ph type="sldNum" sz="quarter" idx="12"/>
          </p:nvPr>
        </p:nvSpPr>
        <p:spPr/>
        <p:txBody>
          <a:bodyPr/>
          <a:lstStyle/>
          <a:p>
            <a:fld id="{FB2FB115-6801-42A4-BE77-362A11867301}" type="slidenum">
              <a:rPr lang="en-US" smtClean="0"/>
              <a:t>45</a:t>
            </a:fld>
            <a:endParaRPr lang="en-US"/>
          </a:p>
        </p:txBody>
      </p:sp>
      <p:pic>
        <p:nvPicPr>
          <p:cNvPr id="7" name="Picture 2">
            <a:extLst>
              <a:ext uri="{FF2B5EF4-FFF2-40B4-BE49-F238E27FC236}">
                <a16:creationId xmlns:a16="http://schemas.microsoft.com/office/drawing/2014/main" id="{8947B078-5DC0-3C22-788E-3EF14600F46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38601" y="1328737"/>
            <a:ext cx="5625351" cy="4770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8880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9E961-63BC-69B4-97AB-5EAAE52A6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2D9D46-8184-BF21-C8D2-852BFCB4179D}"/>
              </a:ext>
            </a:extLst>
          </p:cNvPr>
          <p:cNvSpPr>
            <a:spLocks noGrp="1"/>
          </p:cNvSpPr>
          <p:nvPr>
            <p:ph type="title"/>
          </p:nvPr>
        </p:nvSpPr>
        <p:spPr/>
        <p:txBody>
          <a:bodyPr>
            <a:normAutofit fontScale="90000"/>
          </a:bodyPr>
          <a:lstStyle/>
          <a:p>
            <a:r>
              <a:rPr lang="en-MY" dirty="0"/>
              <a:t>Audit Planning </a:t>
            </a:r>
            <a:br>
              <a:rPr lang="en-MY" dirty="0">
                <a:solidFill>
                  <a:schemeClr val="bg1">
                    <a:lumMod val="65000"/>
                  </a:schemeClr>
                </a:solidFill>
              </a:rPr>
            </a:br>
            <a:r>
              <a:rPr lang="en-MY" dirty="0">
                <a:solidFill>
                  <a:schemeClr val="bg1">
                    <a:lumMod val="65000"/>
                  </a:schemeClr>
                </a:solidFill>
              </a:rPr>
              <a:t>Audit Criteria</a:t>
            </a:r>
            <a:endParaRPr lang="en-MY" dirty="0"/>
          </a:p>
        </p:txBody>
      </p:sp>
      <p:sp>
        <p:nvSpPr>
          <p:cNvPr id="4" name="Date Placeholder 3">
            <a:extLst>
              <a:ext uri="{FF2B5EF4-FFF2-40B4-BE49-F238E27FC236}">
                <a16:creationId xmlns:a16="http://schemas.microsoft.com/office/drawing/2014/main" id="{49B07692-1C47-A55C-DAF7-9A8248ECC61C}"/>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31CB875C-EC3E-C856-FFA1-BFBBEC06231D}"/>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2774BEC6-4F03-8A80-3548-AB7C7A7C7A4E}"/>
              </a:ext>
            </a:extLst>
          </p:cNvPr>
          <p:cNvSpPr>
            <a:spLocks noGrp="1"/>
          </p:cNvSpPr>
          <p:nvPr>
            <p:ph type="sldNum" sz="quarter" idx="12"/>
          </p:nvPr>
        </p:nvSpPr>
        <p:spPr/>
        <p:txBody>
          <a:bodyPr/>
          <a:lstStyle/>
          <a:p>
            <a:fld id="{FB2FB115-6801-42A4-BE77-362A11867301}" type="slidenum">
              <a:rPr lang="en-US" smtClean="0"/>
              <a:t>46</a:t>
            </a:fld>
            <a:endParaRPr lang="en-US"/>
          </a:p>
        </p:txBody>
      </p:sp>
      <p:pic>
        <p:nvPicPr>
          <p:cNvPr id="7" name="Picture 2">
            <a:extLst>
              <a:ext uri="{FF2B5EF4-FFF2-40B4-BE49-F238E27FC236}">
                <a16:creationId xmlns:a16="http://schemas.microsoft.com/office/drawing/2014/main" id="{ECFF4E46-A943-CB66-DBBD-25842055BC1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95675" y="1721643"/>
            <a:ext cx="5666254" cy="4358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a:extLst>
              <a:ext uri="{FF2B5EF4-FFF2-40B4-BE49-F238E27FC236}">
                <a16:creationId xmlns:a16="http://schemas.microsoft.com/office/drawing/2014/main" id="{B47D4B9B-0D98-EED4-B8C0-5C073F54CC3D}"/>
              </a:ext>
            </a:extLst>
          </p:cNvPr>
          <p:cNvSpPr txBox="1"/>
          <p:nvPr/>
        </p:nvSpPr>
        <p:spPr>
          <a:xfrm>
            <a:off x="658905" y="2305615"/>
            <a:ext cx="2371166" cy="2246769"/>
          </a:xfrm>
          <a:prstGeom prst="rect">
            <a:avLst/>
          </a:prstGeom>
          <a:noFill/>
        </p:spPr>
        <p:txBody>
          <a:bodyPr wrap="square">
            <a:spAutoFit/>
          </a:bodyPr>
          <a:lstStyle/>
          <a:p>
            <a:r>
              <a:rPr lang="en-US" sz="2800" dirty="0"/>
              <a:t>Contact the auditee, notify and confirm the arrangement</a:t>
            </a:r>
            <a:endParaRPr lang="en-MY" sz="2800" dirty="0"/>
          </a:p>
        </p:txBody>
      </p:sp>
    </p:spTree>
    <p:extLst>
      <p:ext uri="{BB962C8B-B14F-4D97-AF65-F5344CB8AC3E}">
        <p14:creationId xmlns:p14="http://schemas.microsoft.com/office/powerpoint/2010/main" val="2551116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8D81F-FF84-D819-D4F6-9BEA8F06C5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43C7F7-5790-4841-7A9A-824166F40688}"/>
              </a:ext>
            </a:extLst>
          </p:cNvPr>
          <p:cNvSpPr>
            <a:spLocks noGrp="1"/>
          </p:cNvSpPr>
          <p:nvPr>
            <p:ph type="title"/>
          </p:nvPr>
        </p:nvSpPr>
        <p:spPr/>
        <p:txBody>
          <a:bodyPr/>
          <a:lstStyle/>
          <a:p>
            <a:r>
              <a:rPr lang="en-MY" dirty="0"/>
              <a:t>Audit Planning</a:t>
            </a:r>
          </a:p>
        </p:txBody>
      </p:sp>
      <p:sp>
        <p:nvSpPr>
          <p:cNvPr id="3" name="Content Placeholder 2">
            <a:extLst>
              <a:ext uri="{FF2B5EF4-FFF2-40B4-BE49-F238E27FC236}">
                <a16:creationId xmlns:a16="http://schemas.microsoft.com/office/drawing/2014/main" id="{71AF96C6-CF08-76C5-942B-370A46AE9A63}"/>
              </a:ext>
            </a:extLst>
          </p:cNvPr>
          <p:cNvSpPr>
            <a:spLocks noGrp="1"/>
          </p:cNvSpPr>
          <p:nvPr>
            <p:ph idx="1"/>
          </p:nvPr>
        </p:nvSpPr>
        <p:spPr/>
        <p:txBody>
          <a:bodyPr>
            <a:normAutofit fontScale="62500" lnSpcReduction="20000"/>
          </a:bodyPr>
          <a:lstStyle/>
          <a:p>
            <a:pPr marL="0" indent="0">
              <a:buNone/>
            </a:pPr>
            <a:r>
              <a:rPr lang="en-US" sz="3200" b="1" dirty="0"/>
              <a:t>Step 3: </a:t>
            </a:r>
            <a:r>
              <a:rPr lang="en-MY" sz="3200" b="1" dirty="0"/>
              <a:t>Conducting a document review</a:t>
            </a:r>
          </a:p>
          <a:p>
            <a:pPr algn="just"/>
            <a:r>
              <a:rPr lang="en-US" dirty="0"/>
              <a:t>The chosen auditors must have a knowledge and understanding of the Halal Certification requirement and MHMS 2020 (HAS), as they need to discuss the product or service requirements in order to obtain the halal certification.</a:t>
            </a:r>
          </a:p>
          <a:p>
            <a:pPr algn="just"/>
            <a:endParaRPr lang="en-US" sz="3200" dirty="0"/>
          </a:p>
          <a:p>
            <a:pPr marL="0" indent="0" algn="just">
              <a:buNone/>
            </a:pPr>
            <a:r>
              <a:rPr lang="en-US" b="1" i="1" dirty="0">
                <a:solidFill>
                  <a:schemeClr val="accent3">
                    <a:lumMod val="50000"/>
                  </a:schemeClr>
                </a:solidFill>
              </a:rPr>
              <a:t>The objective of the document review</a:t>
            </a:r>
          </a:p>
          <a:p>
            <a:pPr algn="just"/>
            <a:r>
              <a:rPr lang="en-US" dirty="0"/>
              <a:t>The objective of the document review is to establish a uniform identification and understanding of key and risky parameter/ information on halal certification requirement and Halal Control System that are involved.</a:t>
            </a:r>
          </a:p>
          <a:p>
            <a:pPr algn="just"/>
            <a:endParaRPr lang="en-US" dirty="0"/>
          </a:p>
          <a:p>
            <a:pPr marL="0" indent="0" algn="just">
              <a:buNone/>
            </a:pPr>
            <a:r>
              <a:rPr lang="en-US" b="1" i="1" dirty="0">
                <a:solidFill>
                  <a:schemeClr val="accent3">
                    <a:lumMod val="50000"/>
                  </a:schemeClr>
                </a:solidFill>
              </a:rPr>
              <a:t>Document review process</a:t>
            </a:r>
          </a:p>
          <a:p>
            <a:pPr algn="just"/>
            <a:endParaRPr lang="en-US" b="1" i="1" dirty="0">
              <a:solidFill>
                <a:schemeClr val="accent3">
                  <a:lumMod val="50000"/>
                </a:schemeClr>
              </a:solidFill>
            </a:endParaRPr>
          </a:p>
          <a:p>
            <a:pPr algn="just"/>
            <a:endParaRPr lang="en-US" b="1" i="1" dirty="0">
              <a:solidFill>
                <a:schemeClr val="accent3">
                  <a:lumMod val="50000"/>
                </a:schemeClr>
              </a:solidFill>
            </a:endParaRPr>
          </a:p>
          <a:p>
            <a:pPr algn="just"/>
            <a:endParaRPr lang="en-US" b="1" i="1" dirty="0">
              <a:solidFill>
                <a:schemeClr val="accent3">
                  <a:lumMod val="50000"/>
                </a:schemeClr>
              </a:solidFill>
            </a:endParaRPr>
          </a:p>
          <a:p>
            <a:pPr marL="342900" indent="-342900" algn="just"/>
            <a:r>
              <a:rPr lang="en-US" dirty="0">
                <a:solidFill>
                  <a:schemeClr val="accent3">
                    <a:lumMod val="50000"/>
                  </a:schemeClr>
                </a:solidFill>
              </a:rPr>
              <a:t>Identify the required parameter to comply.</a:t>
            </a:r>
          </a:p>
          <a:p>
            <a:pPr marL="342900" indent="-342900" algn="just"/>
            <a:r>
              <a:rPr lang="en-US" dirty="0">
                <a:solidFill>
                  <a:schemeClr val="accent3">
                    <a:lumMod val="50000"/>
                  </a:schemeClr>
                </a:solidFill>
              </a:rPr>
              <a:t>Identify the required objective evidence to look for during the audit.</a:t>
            </a:r>
          </a:p>
          <a:p>
            <a:pPr marL="342900" indent="-342900" algn="just"/>
            <a:r>
              <a:rPr lang="en-US" dirty="0">
                <a:solidFill>
                  <a:schemeClr val="accent3">
                    <a:lumMod val="50000"/>
                  </a:schemeClr>
                </a:solidFill>
              </a:rPr>
              <a:t>Identify the parameter which indicates compliance and non-compliance</a:t>
            </a:r>
          </a:p>
          <a:p>
            <a:pPr algn="just"/>
            <a:endParaRPr lang="en-US" dirty="0"/>
          </a:p>
          <a:p>
            <a:endParaRPr lang="en-MY" dirty="0"/>
          </a:p>
        </p:txBody>
      </p:sp>
      <p:sp>
        <p:nvSpPr>
          <p:cNvPr id="4" name="Date Placeholder 3">
            <a:extLst>
              <a:ext uri="{FF2B5EF4-FFF2-40B4-BE49-F238E27FC236}">
                <a16:creationId xmlns:a16="http://schemas.microsoft.com/office/drawing/2014/main" id="{B13706BF-43BD-1D0F-778A-CC97817BA130}"/>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990AC09D-24A5-D49F-356B-087671CF4014}"/>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CD20C105-EC19-2DBA-8790-C14122088418}"/>
              </a:ext>
            </a:extLst>
          </p:cNvPr>
          <p:cNvSpPr>
            <a:spLocks noGrp="1"/>
          </p:cNvSpPr>
          <p:nvPr>
            <p:ph type="sldNum" sz="quarter" idx="12"/>
          </p:nvPr>
        </p:nvSpPr>
        <p:spPr/>
        <p:txBody>
          <a:bodyPr/>
          <a:lstStyle/>
          <a:p>
            <a:fld id="{FB2FB115-6801-42A4-BE77-362A11867301}" type="slidenum">
              <a:rPr lang="en-US" smtClean="0"/>
              <a:t>47</a:t>
            </a:fld>
            <a:endParaRPr lang="en-US"/>
          </a:p>
        </p:txBody>
      </p:sp>
      <p:pic>
        <p:nvPicPr>
          <p:cNvPr id="7" name="Picture 2">
            <a:extLst>
              <a:ext uri="{FF2B5EF4-FFF2-40B4-BE49-F238E27FC236}">
                <a16:creationId xmlns:a16="http://schemas.microsoft.com/office/drawing/2014/main" id="{6DBA1D5A-D071-07D6-4229-E35BDA6028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8128" y="4212942"/>
            <a:ext cx="5740947" cy="756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84044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D50EA-A6BA-828A-9ABB-9476211A0A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D449D6-AD4D-3751-D8AE-F8CBA13D23CD}"/>
              </a:ext>
            </a:extLst>
          </p:cNvPr>
          <p:cNvSpPr>
            <a:spLocks noGrp="1"/>
          </p:cNvSpPr>
          <p:nvPr>
            <p:ph type="title"/>
          </p:nvPr>
        </p:nvSpPr>
        <p:spPr/>
        <p:txBody>
          <a:bodyPr/>
          <a:lstStyle/>
          <a:p>
            <a:r>
              <a:rPr lang="en-MY" dirty="0"/>
              <a:t>Audit Planning</a:t>
            </a:r>
          </a:p>
        </p:txBody>
      </p:sp>
      <p:sp>
        <p:nvSpPr>
          <p:cNvPr id="3" name="Content Placeholder 2">
            <a:extLst>
              <a:ext uri="{FF2B5EF4-FFF2-40B4-BE49-F238E27FC236}">
                <a16:creationId xmlns:a16="http://schemas.microsoft.com/office/drawing/2014/main" id="{27FC4F1D-FF7A-3AE4-CA3A-A1E9BAF90EBF}"/>
              </a:ext>
            </a:extLst>
          </p:cNvPr>
          <p:cNvSpPr>
            <a:spLocks noGrp="1"/>
          </p:cNvSpPr>
          <p:nvPr>
            <p:ph idx="1"/>
          </p:nvPr>
        </p:nvSpPr>
        <p:spPr/>
        <p:txBody>
          <a:bodyPr>
            <a:normAutofit/>
          </a:bodyPr>
          <a:lstStyle/>
          <a:p>
            <a:pPr marL="0" indent="0">
              <a:buNone/>
            </a:pPr>
            <a:r>
              <a:rPr lang="en-US" b="1" dirty="0"/>
              <a:t>Step 4: </a:t>
            </a:r>
            <a:r>
              <a:rPr lang="en-MY" b="1" dirty="0"/>
              <a:t>Preparing the audit tools</a:t>
            </a:r>
          </a:p>
          <a:p>
            <a:r>
              <a:rPr lang="en-US" dirty="0"/>
              <a:t>Audit tools are used to facilitate on-site audit activities and/or to prevent contamination to the premise, process and product.</a:t>
            </a:r>
          </a:p>
          <a:p>
            <a:r>
              <a:rPr lang="en-US" dirty="0"/>
              <a:t>Audit tools include:</a:t>
            </a:r>
          </a:p>
          <a:p>
            <a:pPr marL="800105" lvl="1" indent="-342900"/>
            <a:r>
              <a:rPr lang="en-US" sz="2800" dirty="0"/>
              <a:t>Personal Protective Equipment (PPE)</a:t>
            </a:r>
          </a:p>
          <a:p>
            <a:pPr marL="800105" lvl="1" indent="-342900"/>
            <a:r>
              <a:rPr lang="en-US" sz="2800" dirty="0"/>
              <a:t>Tools or devices to use for observation and/or verification</a:t>
            </a:r>
          </a:p>
          <a:p>
            <a:pPr marL="800105" lvl="1" indent="-342900"/>
            <a:r>
              <a:rPr lang="en-US" sz="2800" dirty="0"/>
              <a:t>Documentation for references, recording &amp; reporting</a:t>
            </a:r>
            <a:endParaRPr lang="en-MY" sz="2800" dirty="0"/>
          </a:p>
          <a:p>
            <a:endParaRPr lang="en-MY" dirty="0"/>
          </a:p>
        </p:txBody>
      </p:sp>
      <p:sp>
        <p:nvSpPr>
          <p:cNvPr id="4" name="Date Placeholder 3">
            <a:extLst>
              <a:ext uri="{FF2B5EF4-FFF2-40B4-BE49-F238E27FC236}">
                <a16:creationId xmlns:a16="http://schemas.microsoft.com/office/drawing/2014/main" id="{54A80C89-CC53-472C-8C37-8F75BD42EFF3}"/>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DD715185-D984-F432-6282-5D4C4C178662}"/>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AF2589A7-4D4C-1C50-B80D-10DDFBA94429}"/>
              </a:ext>
            </a:extLst>
          </p:cNvPr>
          <p:cNvSpPr>
            <a:spLocks noGrp="1"/>
          </p:cNvSpPr>
          <p:nvPr>
            <p:ph type="sldNum" sz="quarter" idx="12"/>
          </p:nvPr>
        </p:nvSpPr>
        <p:spPr/>
        <p:txBody>
          <a:bodyPr/>
          <a:lstStyle/>
          <a:p>
            <a:fld id="{FB2FB115-6801-42A4-BE77-362A11867301}" type="slidenum">
              <a:rPr lang="en-US" smtClean="0"/>
              <a:t>48</a:t>
            </a:fld>
            <a:endParaRPr lang="en-US"/>
          </a:p>
        </p:txBody>
      </p:sp>
    </p:spTree>
    <p:extLst>
      <p:ext uri="{BB962C8B-B14F-4D97-AF65-F5344CB8AC3E}">
        <p14:creationId xmlns:p14="http://schemas.microsoft.com/office/powerpoint/2010/main" val="3947815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5E444-EB92-543D-9703-313D3EF64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0C5240-BE85-2B8A-4346-F2E4E0693AA1}"/>
              </a:ext>
            </a:extLst>
          </p:cNvPr>
          <p:cNvSpPr>
            <a:spLocks noGrp="1"/>
          </p:cNvSpPr>
          <p:nvPr>
            <p:ph type="title"/>
          </p:nvPr>
        </p:nvSpPr>
        <p:spPr/>
        <p:txBody>
          <a:bodyPr/>
          <a:lstStyle/>
          <a:p>
            <a:r>
              <a:rPr lang="en-MY" dirty="0"/>
              <a:t>Audit Planning</a:t>
            </a:r>
          </a:p>
        </p:txBody>
      </p:sp>
      <p:sp>
        <p:nvSpPr>
          <p:cNvPr id="4" name="Date Placeholder 3">
            <a:extLst>
              <a:ext uri="{FF2B5EF4-FFF2-40B4-BE49-F238E27FC236}">
                <a16:creationId xmlns:a16="http://schemas.microsoft.com/office/drawing/2014/main" id="{A4D4E053-9B2D-0993-0656-454A2F91471E}"/>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53D9CD86-193F-EB89-438E-28D038E1C828}"/>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F2297F45-484F-1D61-C26F-3716D789E340}"/>
              </a:ext>
            </a:extLst>
          </p:cNvPr>
          <p:cNvSpPr>
            <a:spLocks noGrp="1"/>
          </p:cNvSpPr>
          <p:nvPr>
            <p:ph type="sldNum" sz="quarter" idx="12"/>
          </p:nvPr>
        </p:nvSpPr>
        <p:spPr/>
        <p:txBody>
          <a:bodyPr/>
          <a:lstStyle/>
          <a:p>
            <a:fld id="{FB2FB115-6801-42A4-BE77-362A11867301}" type="slidenum">
              <a:rPr lang="en-US" smtClean="0"/>
              <a:t>49</a:t>
            </a:fld>
            <a:endParaRPr lang="en-US"/>
          </a:p>
        </p:txBody>
      </p:sp>
      <p:pic>
        <p:nvPicPr>
          <p:cNvPr id="7" name="Picture 2">
            <a:extLst>
              <a:ext uri="{FF2B5EF4-FFF2-40B4-BE49-F238E27FC236}">
                <a16:creationId xmlns:a16="http://schemas.microsoft.com/office/drawing/2014/main" id="{9D351F1D-333A-BD34-1A05-1B8CCE3AD84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52837" y="1578769"/>
            <a:ext cx="4886325" cy="428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54680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4E96E-6392-54E5-D99B-2638D5677B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EA9C5F-162C-C517-5436-246654D1D12A}"/>
              </a:ext>
            </a:extLst>
          </p:cNvPr>
          <p:cNvSpPr>
            <a:spLocks noGrp="1"/>
          </p:cNvSpPr>
          <p:nvPr>
            <p:ph type="title"/>
          </p:nvPr>
        </p:nvSpPr>
        <p:spPr/>
        <p:txBody>
          <a:bodyPr/>
          <a:lstStyle/>
          <a:p>
            <a:r>
              <a:rPr lang="en-MY" dirty="0"/>
              <a:t>Audit Planning</a:t>
            </a:r>
          </a:p>
        </p:txBody>
      </p:sp>
      <p:sp>
        <p:nvSpPr>
          <p:cNvPr id="4" name="Date Placeholder 3">
            <a:extLst>
              <a:ext uri="{FF2B5EF4-FFF2-40B4-BE49-F238E27FC236}">
                <a16:creationId xmlns:a16="http://schemas.microsoft.com/office/drawing/2014/main" id="{CD087E94-440E-FAF8-35CF-B1EEA6BFB67E}"/>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ABA14FE5-37E5-F160-2EC1-60316597D80B}"/>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F2A52587-DE59-E442-37D1-B62EA6856706}"/>
              </a:ext>
            </a:extLst>
          </p:cNvPr>
          <p:cNvSpPr>
            <a:spLocks noGrp="1"/>
          </p:cNvSpPr>
          <p:nvPr>
            <p:ph type="sldNum" sz="quarter" idx="12"/>
          </p:nvPr>
        </p:nvSpPr>
        <p:spPr/>
        <p:txBody>
          <a:bodyPr/>
          <a:lstStyle/>
          <a:p>
            <a:fld id="{FB2FB115-6801-42A4-BE77-362A11867301}" type="slidenum">
              <a:rPr lang="en-US" smtClean="0"/>
              <a:t>50</a:t>
            </a:fld>
            <a:endParaRPr lang="en-US"/>
          </a:p>
        </p:txBody>
      </p:sp>
      <p:pic>
        <p:nvPicPr>
          <p:cNvPr id="7" name="Picture 2">
            <a:extLst>
              <a:ext uri="{FF2B5EF4-FFF2-40B4-BE49-F238E27FC236}">
                <a16:creationId xmlns:a16="http://schemas.microsoft.com/office/drawing/2014/main" id="{BBBE2D1E-00E2-ECF5-B8DB-38B30C3BA7C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78819" y="1416424"/>
            <a:ext cx="6714801" cy="4303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21946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E1F7A-A2E1-2E5E-0E55-217D523D8F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F6C5C-35D9-C707-1270-B043BC3C7736}"/>
              </a:ext>
            </a:extLst>
          </p:cNvPr>
          <p:cNvSpPr>
            <a:spLocks noGrp="1"/>
          </p:cNvSpPr>
          <p:nvPr>
            <p:ph type="title"/>
          </p:nvPr>
        </p:nvSpPr>
        <p:spPr/>
        <p:txBody>
          <a:bodyPr/>
          <a:lstStyle/>
          <a:p>
            <a:r>
              <a:rPr lang="en-MY" dirty="0"/>
              <a:t>Audit Planning</a:t>
            </a:r>
          </a:p>
        </p:txBody>
      </p:sp>
      <p:sp>
        <p:nvSpPr>
          <p:cNvPr id="3" name="Content Placeholder 2">
            <a:extLst>
              <a:ext uri="{FF2B5EF4-FFF2-40B4-BE49-F238E27FC236}">
                <a16:creationId xmlns:a16="http://schemas.microsoft.com/office/drawing/2014/main" id="{2395E5BC-F9F1-1AC5-ECCE-5E59FCDBADB1}"/>
              </a:ext>
            </a:extLst>
          </p:cNvPr>
          <p:cNvSpPr>
            <a:spLocks noGrp="1"/>
          </p:cNvSpPr>
          <p:nvPr>
            <p:ph idx="1"/>
          </p:nvPr>
        </p:nvSpPr>
        <p:spPr/>
        <p:txBody>
          <a:bodyPr/>
          <a:lstStyle/>
          <a:p>
            <a:endParaRPr lang="en-MY" dirty="0"/>
          </a:p>
        </p:txBody>
      </p:sp>
      <p:sp>
        <p:nvSpPr>
          <p:cNvPr id="4" name="Date Placeholder 3">
            <a:extLst>
              <a:ext uri="{FF2B5EF4-FFF2-40B4-BE49-F238E27FC236}">
                <a16:creationId xmlns:a16="http://schemas.microsoft.com/office/drawing/2014/main" id="{48DD6E7A-8C6C-C2A0-192E-BE4AE4863967}"/>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17EE6B3F-1039-8EDD-5FAB-54F91FD4C442}"/>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4DE2E601-1153-FEB7-0FEC-D9DB056BA921}"/>
              </a:ext>
            </a:extLst>
          </p:cNvPr>
          <p:cNvSpPr>
            <a:spLocks noGrp="1"/>
          </p:cNvSpPr>
          <p:nvPr>
            <p:ph type="sldNum" sz="quarter" idx="12"/>
          </p:nvPr>
        </p:nvSpPr>
        <p:spPr/>
        <p:txBody>
          <a:bodyPr/>
          <a:lstStyle/>
          <a:p>
            <a:fld id="{FB2FB115-6801-42A4-BE77-362A11867301}" type="slidenum">
              <a:rPr lang="en-US" smtClean="0"/>
              <a:t>51</a:t>
            </a:fld>
            <a:endParaRPr lang="en-US"/>
          </a:p>
        </p:txBody>
      </p:sp>
      <p:pic>
        <p:nvPicPr>
          <p:cNvPr id="7" name="Picture 2">
            <a:extLst>
              <a:ext uri="{FF2B5EF4-FFF2-40B4-BE49-F238E27FC236}">
                <a16:creationId xmlns:a16="http://schemas.microsoft.com/office/drawing/2014/main" id="{D7A0639D-D17D-36F4-9C6A-34E20C5D08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4934" y="1905455"/>
            <a:ext cx="1147410" cy="161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5">
            <a:extLst>
              <a:ext uri="{FF2B5EF4-FFF2-40B4-BE49-F238E27FC236}">
                <a16:creationId xmlns:a16="http://schemas.microsoft.com/office/drawing/2014/main" id="{41EBA170-36D3-39CF-5244-8128C0A324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2926" y="1921164"/>
            <a:ext cx="1386979" cy="1626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6">
            <a:extLst>
              <a:ext uri="{FF2B5EF4-FFF2-40B4-BE49-F238E27FC236}">
                <a16:creationId xmlns:a16="http://schemas.microsoft.com/office/drawing/2014/main" id="{C2B98055-CE57-CE73-A30F-6751ECE2E8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0846" y="1921164"/>
            <a:ext cx="1437415" cy="166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7">
            <a:extLst>
              <a:ext uri="{FF2B5EF4-FFF2-40B4-BE49-F238E27FC236}">
                <a16:creationId xmlns:a16="http://schemas.microsoft.com/office/drawing/2014/main" id="{D926593B-DC86-ACB7-0D53-129D1337A5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88825" y="1946381"/>
            <a:ext cx="1286108" cy="160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8">
            <a:extLst>
              <a:ext uri="{FF2B5EF4-FFF2-40B4-BE49-F238E27FC236}">
                <a16:creationId xmlns:a16="http://schemas.microsoft.com/office/drawing/2014/main" id="{A7B27DEA-78FF-40CF-3C3A-6B5E617907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47968" y="1933772"/>
            <a:ext cx="1462633" cy="1613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9">
            <a:extLst>
              <a:ext uri="{FF2B5EF4-FFF2-40B4-BE49-F238E27FC236}">
                <a16:creationId xmlns:a16="http://schemas.microsoft.com/office/drawing/2014/main" id="{70888409-8998-8FC9-6595-7BA4FB7F0ED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10601" y="1256096"/>
            <a:ext cx="1160019" cy="2912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10">
            <a:extLst>
              <a:ext uri="{FF2B5EF4-FFF2-40B4-BE49-F238E27FC236}">
                <a16:creationId xmlns:a16="http://schemas.microsoft.com/office/drawing/2014/main" id="{5C530F9B-3CDB-0F5D-91F3-610F228CA89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1894" y="4578694"/>
            <a:ext cx="1158961" cy="1361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11">
            <a:extLst>
              <a:ext uri="{FF2B5EF4-FFF2-40B4-BE49-F238E27FC236}">
                <a16:creationId xmlns:a16="http://schemas.microsoft.com/office/drawing/2014/main" id="{48B809E7-2934-20EB-FF86-B77132A1AC6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55618" y="4306441"/>
            <a:ext cx="1293986" cy="1654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12">
            <a:extLst>
              <a:ext uri="{FF2B5EF4-FFF2-40B4-BE49-F238E27FC236}">
                <a16:creationId xmlns:a16="http://schemas.microsoft.com/office/drawing/2014/main" id="{B892DDB3-9940-1C5E-364E-C3E2F4A936C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42597" y="4129090"/>
            <a:ext cx="1609043" cy="2047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13">
            <a:extLst>
              <a:ext uri="{FF2B5EF4-FFF2-40B4-BE49-F238E27FC236}">
                <a16:creationId xmlns:a16="http://schemas.microsoft.com/office/drawing/2014/main" id="{43C7DEBB-0532-21AC-D12D-0E428A9D75B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07215" y="4227677"/>
            <a:ext cx="1912848" cy="1811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14">
            <a:extLst>
              <a:ext uri="{FF2B5EF4-FFF2-40B4-BE49-F238E27FC236}">
                <a16:creationId xmlns:a16="http://schemas.microsoft.com/office/drawing/2014/main" id="{1D96EF74-AB3E-4F2C-8BA8-A34CB3ED0B2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20063" y="4250181"/>
            <a:ext cx="1136457" cy="176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15">
            <a:extLst>
              <a:ext uri="{FF2B5EF4-FFF2-40B4-BE49-F238E27FC236}">
                <a16:creationId xmlns:a16="http://schemas.microsoft.com/office/drawing/2014/main" id="{C26BE97B-144F-EC5E-280F-DF3CC34BA94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451242" y="4148911"/>
            <a:ext cx="1789077" cy="1969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66854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FFA6C-F1CC-B3D0-0991-4E80E6414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654DFF-566A-4E44-CF2F-F69D4DAFA5E4}"/>
              </a:ext>
            </a:extLst>
          </p:cNvPr>
          <p:cNvSpPr>
            <a:spLocks noGrp="1"/>
          </p:cNvSpPr>
          <p:nvPr>
            <p:ph type="title"/>
          </p:nvPr>
        </p:nvSpPr>
        <p:spPr/>
        <p:txBody>
          <a:bodyPr/>
          <a:lstStyle/>
          <a:p>
            <a:r>
              <a:rPr lang="en-MY" dirty="0"/>
              <a:t>Audit Planning</a:t>
            </a:r>
          </a:p>
        </p:txBody>
      </p:sp>
      <p:sp>
        <p:nvSpPr>
          <p:cNvPr id="4" name="Date Placeholder 3">
            <a:extLst>
              <a:ext uri="{FF2B5EF4-FFF2-40B4-BE49-F238E27FC236}">
                <a16:creationId xmlns:a16="http://schemas.microsoft.com/office/drawing/2014/main" id="{9E69F5D9-577C-06DD-19D2-B310ACC43472}"/>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074CA47D-87AE-364D-90E2-A5FF4E8E5011}"/>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6167EE02-E65A-5511-009A-BC6E175AA23F}"/>
              </a:ext>
            </a:extLst>
          </p:cNvPr>
          <p:cNvSpPr>
            <a:spLocks noGrp="1"/>
          </p:cNvSpPr>
          <p:nvPr>
            <p:ph type="sldNum" sz="quarter" idx="12"/>
          </p:nvPr>
        </p:nvSpPr>
        <p:spPr/>
        <p:txBody>
          <a:bodyPr/>
          <a:lstStyle/>
          <a:p>
            <a:fld id="{FB2FB115-6801-42A4-BE77-362A11867301}" type="slidenum">
              <a:rPr lang="en-US" smtClean="0"/>
              <a:t>52</a:t>
            </a:fld>
            <a:endParaRPr lang="en-US"/>
          </a:p>
        </p:txBody>
      </p:sp>
      <p:sp>
        <p:nvSpPr>
          <p:cNvPr id="7" name="Text Placeholder 5">
            <a:extLst>
              <a:ext uri="{FF2B5EF4-FFF2-40B4-BE49-F238E27FC236}">
                <a16:creationId xmlns:a16="http://schemas.microsoft.com/office/drawing/2014/main" id="{6E0E15A4-4B70-DE7E-DE25-CFA6E291D793}"/>
              </a:ext>
            </a:extLst>
          </p:cNvPr>
          <p:cNvSpPr txBox="1">
            <a:spLocks/>
          </p:cNvSpPr>
          <p:nvPr/>
        </p:nvSpPr>
        <p:spPr>
          <a:xfrm>
            <a:off x="990507" y="1289693"/>
            <a:ext cx="8453885" cy="276999"/>
          </a:xfrm>
          <a:prstGeom prst="rect">
            <a:avLst/>
          </a:prstGeom>
        </p:spPr>
        <p:txBody>
          <a:bodyPr wrap="square" lIns="0" tIns="0" rIns="0" bIns="0">
            <a:spAutoFit/>
          </a:bodyPr>
          <a:lstStyle>
            <a:lvl1pPr marL="0" indent="0" algn="l" defTabSz="895350"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82563" indent="-180975" algn="l" defTabSz="895350" rtl="0" eaLnBrk="1" fontAlgn="base" hangingPunct="1">
              <a:spcBef>
                <a:spcPct val="0"/>
              </a:spcBef>
              <a:spcAft>
                <a:spcPct val="0"/>
              </a:spcAft>
              <a:buClrTx/>
              <a:buSzPct val="120000"/>
              <a:buFont typeface="Arial" pitchFamily="34" charset="0"/>
              <a:buChar char="•"/>
              <a:defRPr sz="1600" baseline="0">
                <a:solidFill>
                  <a:schemeClr val="tx1"/>
                </a:solidFill>
                <a:latin typeface="+mn-lt"/>
              </a:defRPr>
            </a:lvl2pPr>
            <a:lvl3pPr marL="358775" indent="-176213" algn="l" defTabSz="895350" rtl="0" eaLnBrk="1" fontAlgn="base" hangingPunct="1">
              <a:spcBef>
                <a:spcPct val="0"/>
              </a:spcBef>
              <a:spcAft>
                <a:spcPct val="0"/>
              </a:spcAft>
              <a:buClrTx/>
              <a:buSzPct val="100000"/>
              <a:buFont typeface="Calibri" pitchFamily="34" charset="0"/>
              <a:buChar char="–"/>
              <a:defRPr sz="1600" baseline="0">
                <a:solidFill>
                  <a:schemeClr val="tx1"/>
                </a:solidFill>
                <a:latin typeface="+mn-lt"/>
              </a:defRPr>
            </a:lvl3pPr>
            <a:lvl4pPr marL="541338" indent="-182563" algn="l" defTabSz="895350" rtl="0" eaLnBrk="1" fontAlgn="base" hangingPunct="1">
              <a:spcBef>
                <a:spcPct val="0"/>
              </a:spcBef>
              <a:spcAft>
                <a:spcPct val="0"/>
              </a:spcAft>
              <a:buClrTx/>
              <a:buSzPct val="90000"/>
              <a:buFont typeface="Arial" pitchFamily="34" charset="0"/>
              <a:buChar char="•"/>
              <a:defRPr sz="1600" baseline="0">
                <a:solidFill>
                  <a:schemeClr val="tx1"/>
                </a:solidFill>
                <a:latin typeface="+mn-lt"/>
              </a:defRPr>
            </a:lvl4pPr>
            <a:lvl5pPr marL="715963" indent="-174625" algn="l" defTabSz="895350" rtl="0" eaLnBrk="1" fontAlgn="base" hangingPunct="1">
              <a:spcBef>
                <a:spcPct val="0"/>
              </a:spcBef>
              <a:spcAft>
                <a:spcPct val="0"/>
              </a:spcAft>
              <a:buClrTx/>
              <a:buSzPct val="85000"/>
              <a:buFont typeface="Calibri" pitchFamily="34" charset="0"/>
              <a:buChar char="–"/>
              <a:defRPr sz="1600" baseline="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r>
              <a:rPr lang="en-US" sz="1800" dirty="0"/>
              <a:t>Prohibited materials during entering the audit client's premise and conducting audit</a:t>
            </a:r>
            <a:endParaRPr lang="en-MY" sz="1800" dirty="0"/>
          </a:p>
        </p:txBody>
      </p:sp>
      <p:pic>
        <p:nvPicPr>
          <p:cNvPr id="8" name="Picture 2">
            <a:extLst>
              <a:ext uri="{FF2B5EF4-FFF2-40B4-BE49-F238E27FC236}">
                <a16:creationId xmlns:a16="http://schemas.microsoft.com/office/drawing/2014/main" id="{2E6E4A4C-4C60-ED64-A982-B9205B717E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8" y="1813469"/>
            <a:ext cx="8923483" cy="4588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93309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C5D19-6888-6B85-C0D8-357615B1E6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0E2F83-E64A-ABA3-898C-46FCB2E47433}"/>
              </a:ext>
            </a:extLst>
          </p:cNvPr>
          <p:cNvSpPr>
            <a:spLocks noGrp="1"/>
          </p:cNvSpPr>
          <p:nvPr>
            <p:ph type="title"/>
          </p:nvPr>
        </p:nvSpPr>
        <p:spPr/>
        <p:txBody>
          <a:bodyPr/>
          <a:lstStyle/>
          <a:p>
            <a:r>
              <a:rPr lang="en-MY" dirty="0"/>
              <a:t>Audit Planning</a:t>
            </a:r>
          </a:p>
        </p:txBody>
      </p:sp>
      <p:sp>
        <p:nvSpPr>
          <p:cNvPr id="3" name="Content Placeholder 2">
            <a:extLst>
              <a:ext uri="{FF2B5EF4-FFF2-40B4-BE49-F238E27FC236}">
                <a16:creationId xmlns:a16="http://schemas.microsoft.com/office/drawing/2014/main" id="{222F0649-7ABE-D6DE-E77B-B9B5277D676C}"/>
              </a:ext>
            </a:extLst>
          </p:cNvPr>
          <p:cNvSpPr>
            <a:spLocks noGrp="1"/>
          </p:cNvSpPr>
          <p:nvPr>
            <p:ph idx="1"/>
          </p:nvPr>
        </p:nvSpPr>
        <p:spPr/>
        <p:txBody>
          <a:bodyPr>
            <a:normAutofit fontScale="77500" lnSpcReduction="20000"/>
          </a:bodyPr>
          <a:lstStyle/>
          <a:p>
            <a:pPr marL="0" indent="0">
              <a:buNone/>
            </a:pPr>
            <a:r>
              <a:rPr lang="en-US" b="1" dirty="0"/>
              <a:t>Step 5: Audit work document</a:t>
            </a:r>
          </a:p>
          <a:p>
            <a:r>
              <a:rPr lang="en-US" dirty="0"/>
              <a:t>Audit work documents (as listed below) are part of the audit tools and are required to document and record the audit program.</a:t>
            </a:r>
          </a:p>
          <a:p>
            <a:endParaRPr lang="en-US" dirty="0"/>
          </a:p>
          <a:p>
            <a:pPr marL="514350" indent="-514350">
              <a:buFont typeface="+mj-lt"/>
              <a:buAutoNum type="romanLcPeriod"/>
            </a:pPr>
            <a:r>
              <a:rPr lang="en-US" dirty="0"/>
              <a:t>Audit Plan</a:t>
            </a:r>
          </a:p>
          <a:p>
            <a:pPr marL="514350" indent="-514350">
              <a:buFont typeface="+mj-lt"/>
              <a:buAutoNum type="romanLcPeriod"/>
            </a:pPr>
            <a:r>
              <a:rPr lang="en-US" b="1" dirty="0"/>
              <a:t>Audit Schedule*</a:t>
            </a:r>
          </a:p>
          <a:p>
            <a:pPr marL="514350" indent="-514350">
              <a:buFont typeface="+mj-lt"/>
              <a:buAutoNum type="romanLcPeriod"/>
            </a:pPr>
            <a:r>
              <a:rPr lang="en-US" dirty="0"/>
              <a:t>Opening meeting agenda</a:t>
            </a:r>
          </a:p>
          <a:p>
            <a:pPr marL="514350" indent="-514350">
              <a:buFont typeface="+mj-lt"/>
              <a:buAutoNum type="romanLcPeriod"/>
            </a:pPr>
            <a:r>
              <a:rPr lang="en-US" b="1" dirty="0"/>
              <a:t>Audit Checklist*</a:t>
            </a:r>
          </a:p>
          <a:p>
            <a:pPr marL="514350" indent="-514350">
              <a:buFont typeface="+mj-lt"/>
              <a:buAutoNum type="romanLcPeriod"/>
            </a:pPr>
            <a:r>
              <a:rPr lang="en-US" dirty="0"/>
              <a:t>Audit Note</a:t>
            </a:r>
          </a:p>
          <a:p>
            <a:pPr marL="514350" indent="-514350">
              <a:buFont typeface="+mj-lt"/>
              <a:buAutoNum type="romanLcPeriod"/>
            </a:pPr>
            <a:r>
              <a:rPr lang="en-US" b="1" dirty="0"/>
              <a:t>Audit Report*</a:t>
            </a:r>
          </a:p>
          <a:p>
            <a:pPr marL="514350" indent="-514350">
              <a:buFont typeface="+mj-lt"/>
              <a:buAutoNum type="romanLcPeriod"/>
            </a:pPr>
            <a:r>
              <a:rPr lang="en-US" b="1" dirty="0"/>
              <a:t>Non-Conformance Report*</a:t>
            </a:r>
          </a:p>
          <a:p>
            <a:pPr marL="514350" indent="-514350">
              <a:buFont typeface="+mj-lt"/>
              <a:buAutoNum type="romanLcPeriod"/>
            </a:pPr>
            <a:r>
              <a:rPr lang="en-US" dirty="0"/>
              <a:t>Closing meeting agenda</a:t>
            </a:r>
          </a:p>
          <a:p>
            <a:endParaRPr lang="en-US" dirty="0"/>
          </a:p>
          <a:p>
            <a:r>
              <a:rPr lang="en-US" dirty="0"/>
              <a:t>*Important documents</a:t>
            </a:r>
            <a:endParaRPr lang="en-MY" dirty="0"/>
          </a:p>
          <a:p>
            <a:endParaRPr lang="en-MY" dirty="0"/>
          </a:p>
        </p:txBody>
      </p:sp>
      <p:sp>
        <p:nvSpPr>
          <p:cNvPr id="4" name="Date Placeholder 3">
            <a:extLst>
              <a:ext uri="{FF2B5EF4-FFF2-40B4-BE49-F238E27FC236}">
                <a16:creationId xmlns:a16="http://schemas.microsoft.com/office/drawing/2014/main" id="{CFEEB277-7C8A-67CD-5A16-45CCC93893E0}"/>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213AF6FE-D0B8-EA04-4880-CE7209C47022}"/>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B152A4F1-B1D4-EE8E-AA88-80D50CC83340}"/>
              </a:ext>
            </a:extLst>
          </p:cNvPr>
          <p:cNvSpPr>
            <a:spLocks noGrp="1"/>
          </p:cNvSpPr>
          <p:nvPr>
            <p:ph type="sldNum" sz="quarter" idx="12"/>
          </p:nvPr>
        </p:nvSpPr>
        <p:spPr/>
        <p:txBody>
          <a:bodyPr/>
          <a:lstStyle/>
          <a:p>
            <a:fld id="{FB2FB115-6801-42A4-BE77-362A11867301}" type="slidenum">
              <a:rPr lang="en-US" smtClean="0"/>
              <a:t>53</a:t>
            </a:fld>
            <a:endParaRPr lang="en-US"/>
          </a:p>
        </p:txBody>
      </p:sp>
      <p:pic>
        <p:nvPicPr>
          <p:cNvPr id="7" name="Picture 2" descr="File:GNOME Documents icon.svg - Wikimedia Commons">
            <a:extLst>
              <a:ext uri="{FF2B5EF4-FFF2-40B4-BE49-F238E27FC236}">
                <a16:creationId xmlns:a16="http://schemas.microsoft.com/office/drawing/2014/main" id="{C74917C7-5860-47ED-7F43-7B0EE1BD3FB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84159" y="2343401"/>
            <a:ext cx="3452884" cy="3452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3176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DFEFC-E013-9C5A-C399-62E520CF1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B19739-1B6E-DF4C-4336-C336D75BE263}"/>
              </a:ext>
            </a:extLst>
          </p:cNvPr>
          <p:cNvSpPr>
            <a:spLocks noGrp="1"/>
          </p:cNvSpPr>
          <p:nvPr>
            <p:ph type="title"/>
          </p:nvPr>
        </p:nvSpPr>
        <p:spPr/>
        <p:txBody>
          <a:bodyPr>
            <a:normAutofit fontScale="90000"/>
          </a:bodyPr>
          <a:lstStyle/>
          <a:p>
            <a:r>
              <a:rPr lang="en-MY" dirty="0"/>
              <a:t>Audit Planning </a:t>
            </a:r>
            <a:br>
              <a:rPr lang="en-MY" dirty="0"/>
            </a:br>
            <a:r>
              <a:rPr lang="en-MY" dirty="0">
                <a:solidFill>
                  <a:schemeClr val="bg1">
                    <a:lumMod val="65000"/>
                  </a:schemeClr>
                </a:solidFill>
              </a:rPr>
              <a:t>Audit Work Documents</a:t>
            </a:r>
          </a:p>
        </p:txBody>
      </p:sp>
      <p:sp>
        <p:nvSpPr>
          <p:cNvPr id="3" name="Content Placeholder 2">
            <a:extLst>
              <a:ext uri="{FF2B5EF4-FFF2-40B4-BE49-F238E27FC236}">
                <a16:creationId xmlns:a16="http://schemas.microsoft.com/office/drawing/2014/main" id="{6C4E9687-FECF-E0DA-2CE8-D12AE754930C}"/>
              </a:ext>
            </a:extLst>
          </p:cNvPr>
          <p:cNvSpPr>
            <a:spLocks noGrp="1"/>
          </p:cNvSpPr>
          <p:nvPr>
            <p:ph idx="1"/>
          </p:nvPr>
        </p:nvSpPr>
        <p:spPr/>
        <p:txBody>
          <a:bodyPr/>
          <a:lstStyle/>
          <a:p>
            <a:pPr algn="just"/>
            <a:r>
              <a:rPr lang="en-US" dirty="0"/>
              <a:t>These are some audit work documents that you will come across during course, a few documents you have to create and a few documents will be shared as a reference:</a:t>
            </a:r>
          </a:p>
          <a:p>
            <a:pPr algn="just"/>
            <a:endParaRPr lang="en-US" dirty="0"/>
          </a:p>
          <a:p>
            <a:pPr marL="514350" indent="-514350" algn="just">
              <a:buFont typeface="+mj-lt"/>
              <a:buAutoNum type="romanLcPeriod"/>
            </a:pPr>
            <a:r>
              <a:rPr lang="en-US" dirty="0"/>
              <a:t>Audit checklist</a:t>
            </a:r>
          </a:p>
          <a:p>
            <a:pPr marL="514350" indent="-514350" algn="just">
              <a:buFont typeface="+mj-lt"/>
              <a:buAutoNum type="romanLcPeriod"/>
            </a:pPr>
            <a:r>
              <a:rPr lang="en-US" dirty="0"/>
              <a:t>Opening meeting agenda</a:t>
            </a:r>
          </a:p>
          <a:p>
            <a:pPr marL="514350" indent="-514350" algn="just">
              <a:buFont typeface="+mj-lt"/>
              <a:buAutoNum type="romanLcPeriod"/>
            </a:pPr>
            <a:r>
              <a:rPr lang="en-US" dirty="0"/>
              <a:t>Audit report</a:t>
            </a:r>
          </a:p>
          <a:p>
            <a:pPr marL="514350" indent="-514350" algn="just">
              <a:buFont typeface="+mj-lt"/>
              <a:buAutoNum type="romanLcPeriod"/>
            </a:pPr>
            <a:r>
              <a:rPr lang="en-US" dirty="0"/>
              <a:t>Non-conformance</a:t>
            </a:r>
          </a:p>
          <a:p>
            <a:pPr marL="514350" indent="-514350" algn="just">
              <a:buFont typeface="+mj-lt"/>
              <a:buAutoNum type="romanLcPeriod"/>
            </a:pPr>
            <a:r>
              <a:rPr lang="en-US" dirty="0"/>
              <a:t>Closing meeting agenda</a:t>
            </a:r>
          </a:p>
          <a:p>
            <a:pPr marL="0" indent="0">
              <a:buNone/>
            </a:pPr>
            <a:endParaRPr lang="en-MY" b="1" dirty="0"/>
          </a:p>
        </p:txBody>
      </p:sp>
      <p:sp>
        <p:nvSpPr>
          <p:cNvPr id="4" name="Date Placeholder 3">
            <a:extLst>
              <a:ext uri="{FF2B5EF4-FFF2-40B4-BE49-F238E27FC236}">
                <a16:creationId xmlns:a16="http://schemas.microsoft.com/office/drawing/2014/main" id="{1F23F430-EE5A-5F7C-DEF9-28E47CF7F99F}"/>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513AF9F2-E238-E230-AA90-6024D115924A}"/>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00E33781-AFC1-A52B-93F4-8A45417B2B5B}"/>
              </a:ext>
            </a:extLst>
          </p:cNvPr>
          <p:cNvSpPr>
            <a:spLocks noGrp="1"/>
          </p:cNvSpPr>
          <p:nvPr>
            <p:ph type="sldNum" sz="quarter" idx="12"/>
          </p:nvPr>
        </p:nvSpPr>
        <p:spPr/>
        <p:txBody>
          <a:bodyPr/>
          <a:lstStyle/>
          <a:p>
            <a:fld id="{FB2FB115-6801-42A4-BE77-362A11867301}" type="slidenum">
              <a:rPr lang="en-US" smtClean="0"/>
              <a:t>54</a:t>
            </a:fld>
            <a:endParaRPr lang="en-US"/>
          </a:p>
        </p:txBody>
      </p:sp>
    </p:spTree>
    <p:extLst>
      <p:ext uri="{BB962C8B-B14F-4D97-AF65-F5344CB8AC3E}">
        <p14:creationId xmlns:p14="http://schemas.microsoft.com/office/powerpoint/2010/main" val="42279489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399FB-9AE0-86A6-51B6-766A23FEFD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6096B-D945-FAB7-ACC2-1380B2910185}"/>
              </a:ext>
            </a:extLst>
          </p:cNvPr>
          <p:cNvSpPr>
            <a:spLocks noGrp="1"/>
          </p:cNvSpPr>
          <p:nvPr>
            <p:ph type="title"/>
          </p:nvPr>
        </p:nvSpPr>
        <p:spPr/>
        <p:txBody>
          <a:bodyPr/>
          <a:lstStyle/>
          <a:p>
            <a:r>
              <a:rPr lang="en-MY" dirty="0"/>
              <a:t>Audit Planning - Audit Checklist</a:t>
            </a:r>
          </a:p>
        </p:txBody>
      </p:sp>
      <p:sp>
        <p:nvSpPr>
          <p:cNvPr id="3" name="Content Placeholder 2">
            <a:extLst>
              <a:ext uri="{FF2B5EF4-FFF2-40B4-BE49-F238E27FC236}">
                <a16:creationId xmlns:a16="http://schemas.microsoft.com/office/drawing/2014/main" id="{0DF6DFE7-80E6-643A-5C73-FBF14B788B1C}"/>
              </a:ext>
            </a:extLst>
          </p:cNvPr>
          <p:cNvSpPr>
            <a:spLocks noGrp="1"/>
          </p:cNvSpPr>
          <p:nvPr>
            <p:ph idx="1"/>
          </p:nvPr>
        </p:nvSpPr>
        <p:spPr/>
        <p:txBody>
          <a:bodyPr>
            <a:normAutofit fontScale="70000" lnSpcReduction="20000"/>
          </a:bodyPr>
          <a:lstStyle/>
          <a:p>
            <a:pPr marL="0" indent="0" algn="just">
              <a:buNone/>
            </a:pPr>
            <a:r>
              <a:rPr lang="en-US" sz="3200" dirty="0"/>
              <a:t>An audit checklist is a list of criteria that auditors refer to conducting an audit, prepared by the lead auditor and/or audit team members (auditor).</a:t>
            </a:r>
          </a:p>
          <a:p>
            <a:pPr algn="just"/>
            <a:endParaRPr lang="en-US" sz="3200" dirty="0"/>
          </a:p>
          <a:p>
            <a:pPr algn="just"/>
            <a:r>
              <a:rPr lang="en-US" sz="3200" dirty="0"/>
              <a:t>An audit checklist is one of the many tools used by the auditor to ensure that necessary halal standards and references are addressed; before, during and after the audit process.</a:t>
            </a:r>
          </a:p>
          <a:p>
            <a:pPr algn="just"/>
            <a:endParaRPr lang="en-US" sz="3200" dirty="0"/>
          </a:p>
          <a:p>
            <a:pPr algn="just"/>
            <a:r>
              <a:rPr lang="en-US" sz="3200" dirty="0"/>
              <a:t>Why do you need to create an audit checklist?</a:t>
            </a:r>
          </a:p>
          <a:p>
            <a:pPr marL="342900" indent="-342900" algn="just"/>
            <a:r>
              <a:rPr lang="en-US" dirty="0"/>
              <a:t>Serve as evidence that a halal internal audit has been conducted</a:t>
            </a:r>
          </a:p>
          <a:p>
            <a:pPr marL="342900" indent="-342900" algn="just"/>
            <a:r>
              <a:rPr lang="en-US" dirty="0"/>
              <a:t>Ensure that the audit is conducted systematically</a:t>
            </a:r>
          </a:p>
          <a:p>
            <a:pPr marL="342900" indent="-342900" algn="just"/>
            <a:r>
              <a:rPr lang="en-US" dirty="0"/>
              <a:t>Ensure a consistent audit approach</a:t>
            </a:r>
          </a:p>
          <a:p>
            <a:pPr marL="342900" indent="-342900" algn="just"/>
            <a:r>
              <a:rPr lang="en-US" dirty="0"/>
              <a:t>Actively support the organization's audit process</a:t>
            </a:r>
          </a:p>
          <a:p>
            <a:pPr marL="342900" indent="-342900" algn="just"/>
            <a:r>
              <a:rPr lang="en-US" dirty="0"/>
              <a:t>Act as a source of reference for notes collected during the audit as preparation of the closing meeting, audit report and corrective action request</a:t>
            </a:r>
          </a:p>
          <a:p>
            <a:pPr marL="342900" indent="-342900" algn="just"/>
            <a:r>
              <a:rPr lang="en-US" dirty="0"/>
              <a:t>Ensure uniformity in the performance of different auditors</a:t>
            </a:r>
          </a:p>
          <a:p>
            <a:pPr marL="342900" indent="-342900" algn="just"/>
            <a:r>
              <a:rPr lang="en-US" dirty="0"/>
              <a:t>Provide a reference to objective evidence</a:t>
            </a:r>
          </a:p>
          <a:p>
            <a:pPr marL="0" indent="0">
              <a:buNone/>
            </a:pPr>
            <a:endParaRPr lang="en-MY" b="1" dirty="0"/>
          </a:p>
        </p:txBody>
      </p:sp>
      <p:sp>
        <p:nvSpPr>
          <p:cNvPr id="4" name="Date Placeholder 3">
            <a:extLst>
              <a:ext uri="{FF2B5EF4-FFF2-40B4-BE49-F238E27FC236}">
                <a16:creationId xmlns:a16="http://schemas.microsoft.com/office/drawing/2014/main" id="{93171893-D90E-990A-CB63-C824FED307E5}"/>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55905CD3-6FE1-903C-C323-603DD7FBCE2C}"/>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3301B61D-FF96-FE49-32D3-9D69604BCC35}"/>
              </a:ext>
            </a:extLst>
          </p:cNvPr>
          <p:cNvSpPr>
            <a:spLocks noGrp="1"/>
          </p:cNvSpPr>
          <p:nvPr>
            <p:ph type="sldNum" sz="quarter" idx="12"/>
          </p:nvPr>
        </p:nvSpPr>
        <p:spPr/>
        <p:txBody>
          <a:bodyPr/>
          <a:lstStyle/>
          <a:p>
            <a:fld id="{FB2FB115-6801-42A4-BE77-362A11867301}" type="slidenum">
              <a:rPr lang="en-US" smtClean="0"/>
              <a:t>55</a:t>
            </a:fld>
            <a:endParaRPr lang="en-US"/>
          </a:p>
        </p:txBody>
      </p:sp>
    </p:spTree>
    <p:extLst>
      <p:ext uri="{BB962C8B-B14F-4D97-AF65-F5344CB8AC3E}">
        <p14:creationId xmlns:p14="http://schemas.microsoft.com/office/powerpoint/2010/main" val="20249685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B37F2-0FB2-01A7-68D5-C8F29F893E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3ACA7-F40D-924D-77A6-38845A200DD4}"/>
              </a:ext>
            </a:extLst>
          </p:cNvPr>
          <p:cNvSpPr>
            <a:spLocks noGrp="1"/>
          </p:cNvSpPr>
          <p:nvPr>
            <p:ph type="title"/>
          </p:nvPr>
        </p:nvSpPr>
        <p:spPr/>
        <p:txBody>
          <a:bodyPr>
            <a:normAutofit/>
          </a:bodyPr>
          <a:lstStyle/>
          <a:p>
            <a:r>
              <a:rPr lang="en-MY" dirty="0"/>
              <a:t>Example Halal Audit Checklist Format</a:t>
            </a:r>
          </a:p>
        </p:txBody>
      </p:sp>
      <p:sp>
        <p:nvSpPr>
          <p:cNvPr id="4" name="Date Placeholder 3">
            <a:extLst>
              <a:ext uri="{FF2B5EF4-FFF2-40B4-BE49-F238E27FC236}">
                <a16:creationId xmlns:a16="http://schemas.microsoft.com/office/drawing/2014/main" id="{54C04051-5AB7-91D6-0893-10090AA5F60E}"/>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D5997B36-5001-41E2-2E61-DBF3ADE923D7}"/>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E970F41C-228F-2502-7195-0295A48DA4B6}"/>
              </a:ext>
            </a:extLst>
          </p:cNvPr>
          <p:cNvSpPr>
            <a:spLocks noGrp="1"/>
          </p:cNvSpPr>
          <p:nvPr>
            <p:ph type="sldNum" sz="quarter" idx="12"/>
          </p:nvPr>
        </p:nvSpPr>
        <p:spPr/>
        <p:txBody>
          <a:bodyPr/>
          <a:lstStyle/>
          <a:p>
            <a:fld id="{FB2FB115-6801-42A4-BE77-362A11867301}" type="slidenum">
              <a:rPr lang="en-US" smtClean="0"/>
              <a:t>56</a:t>
            </a:fld>
            <a:endParaRPr lang="en-US"/>
          </a:p>
        </p:txBody>
      </p:sp>
      <p:pic>
        <p:nvPicPr>
          <p:cNvPr id="7" name="Picture 2">
            <a:extLst>
              <a:ext uri="{FF2B5EF4-FFF2-40B4-BE49-F238E27FC236}">
                <a16:creationId xmlns:a16="http://schemas.microsoft.com/office/drawing/2014/main" id="{CE268F58-60BC-46AA-BD10-E0CD9A1E934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09263" y="1266825"/>
            <a:ext cx="7373473" cy="4910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000215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32A9B-F497-A746-5E67-562D4E4E13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F29AE6-2F97-D0A6-F1EE-64865574AD9B}"/>
              </a:ext>
            </a:extLst>
          </p:cNvPr>
          <p:cNvSpPr>
            <a:spLocks noGrp="1"/>
          </p:cNvSpPr>
          <p:nvPr>
            <p:ph type="title"/>
          </p:nvPr>
        </p:nvSpPr>
        <p:spPr/>
        <p:txBody>
          <a:bodyPr>
            <a:normAutofit fontScale="90000"/>
          </a:bodyPr>
          <a:lstStyle/>
          <a:p>
            <a:r>
              <a:rPr lang="en-MY" dirty="0"/>
              <a:t>Audit Planning - Audit Checklist</a:t>
            </a:r>
            <a:br>
              <a:rPr lang="en-MY" dirty="0"/>
            </a:br>
            <a:r>
              <a:rPr lang="en-MY" b="0" dirty="0">
                <a:solidFill>
                  <a:schemeClr val="bg1">
                    <a:lumMod val="65000"/>
                  </a:schemeClr>
                </a:solidFill>
              </a:rPr>
              <a:t>Audit Evidence</a:t>
            </a:r>
            <a:endParaRPr lang="en-MY" dirty="0">
              <a:solidFill>
                <a:schemeClr val="bg1">
                  <a:lumMod val="65000"/>
                </a:schemeClr>
              </a:solidFill>
            </a:endParaRPr>
          </a:p>
        </p:txBody>
      </p:sp>
      <p:sp>
        <p:nvSpPr>
          <p:cNvPr id="3" name="Content Placeholder 2">
            <a:extLst>
              <a:ext uri="{FF2B5EF4-FFF2-40B4-BE49-F238E27FC236}">
                <a16:creationId xmlns:a16="http://schemas.microsoft.com/office/drawing/2014/main" id="{893F592F-1C1D-433B-0ED8-87B851F4B1E0}"/>
              </a:ext>
            </a:extLst>
          </p:cNvPr>
          <p:cNvSpPr>
            <a:spLocks noGrp="1"/>
          </p:cNvSpPr>
          <p:nvPr>
            <p:ph idx="1"/>
          </p:nvPr>
        </p:nvSpPr>
        <p:spPr/>
        <p:txBody>
          <a:bodyPr>
            <a:normAutofit/>
          </a:bodyPr>
          <a:lstStyle/>
          <a:p>
            <a:pPr marL="0" indent="0" algn="just">
              <a:buNone/>
            </a:pPr>
            <a:r>
              <a:rPr lang="en-US" sz="2400" dirty="0"/>
              <a:t>In the audit checklist, there's a section where you need to fill in the audit evidence. But what is audit evidence?</a:t>
            </a:r>
          </a:p>
          <a:p>
            <a:pPr marL="342900" indent="-342900" algn="just"/>
            <a:r>
              <a:rPr lang="en-US" sz="2400" dirty="0"/>
              <a:t>Audit evidence refers to records, statements of fact or other information which are relevant to the audit criteria and is verifiable. The evidence is obtained based on the guide of HAS manual, Halal Risk Control SOP, work instructions, and the company records.</a:t>
            </a:r>
          </a:p>
          <a:p>
            <a:pPr marL="342900" indent="-342900" algn="just"/>
            <a:r>
              <a:rPr lang="en-US" sz="2400" dirty="0"/>
              <a:t>The evidence can also be in a form of posters, memo or signage.</a:t>
            </a:r>
          </a:p>
          <a:p>
            <a:pPr marL="342900" indent="-342900" algn="just"/>
            <a:r>
              <a:rPr lang="en-US" sz="2400" dirty="0"/>
              <a:t>Audit evidence is also information obtained during audit process through specific or combination of audit method. Information that supports and verifies compliance with MHCMP, MHMS, MS and maintain halal integrity of product/service.</a:t>
            </a:r>
          </a:p>
          <a:p>
            <a:pPr marL="0" indent="0">
              <a:buNone/>
            </a:pPr>
            <a:endParaRPr lang="en-MY" sz="2400" b="1" dirty="0"/>
          </a:p>
        </p:txBody>
      </p:sp>
      <p:sp>
        <p:nvSpPr>
          <p:cNvPr id="4" name="Date Placeholder 3">
            <a:extLst>
              <a:ext uri="{FF2B5EF4-FFF2-40B4-BE49-F238E27FC236}">
                <a16:creationId xmlns:a16="http://schemas.microsoft.com/office/drawing/2014/main" id="{B1F0398D-91C1-1609-6C82-9A8FB0040C98}"/>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0575A897-A8DD-D5CA-0E2F-AF7DE5332846}"/>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2E39BB53-9580-E320-05AB-2766C76FBF70}"/>
              </a:ext>
            </a:extLst>
          </p:cNvPr>
          <p:cNvSpPr>
            <a:spLocks noGrp="1"/>
          </p:cNvSpPr>
          <p:nvPr>
            <p:ph type="sldNum" sz="quarter" idx="12"/>
          </p:nvPr>
        </p:nvSpPr>
        <p:spPr/>
        <p:txBody>
          <a:bodyPr/>
          <a:lstStyle/>
          <a:p>
            <a:fld id="{FB2FB115-6801-42A4-BE77-362A11867301}" type="slidenum">
              <a:rPr lang="en-US" smtClean="0"/>
              <a:t>57</a:t>
            </a:fld>
            <a:endParaRPr lang="en-US"/>
          </a:p>
        </p:txBody>
      </p:sp>
    </p:spTree>
    <p:extLst>
      <p:ext uri="{BB962C8B-B14F-4D97-AF65-F5344CB8AC3E}">
        <p14:creationId xmlns:p14="http://schemas.microsoft.com/office/powerpoint/2010/main" val="8291854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1BEB2-5C02-0F44-DDCF-F92A8151DF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D7696B-A192-66CE-FDFD-7B32FE7B6DD7}"/>
              </a:ext>
            </a:extLst>
          </p:cNvPr>
          <p:cNvSpPr>
            <a:spLocks noGrp="1"/>
          </p:cNvSpPr>
          <p:nvPr>
            <p:ph type="title"/>
          </p:nvPr>
        </p:nvSpPr>
        <p:spPr/>
        <p:txBody>
          <a:bodyPr>
            <a:normAutofit fontScale="90000"/>
          </a:bodyPr>
          <a:lstStyle/>
          <a:p>
            <a:r>
              <a:rPr lang="en-MY" dirty="0"/>
              <a:t>Audit Planning - Audit Checklist</a:t>
            </a:r>
            <a:br>
              <a:rPr lang="en-MY" dirty="0"/>
            </a:br>
            <a:r>
              <a:rPr lang="en-MY" sz="4000" b="0" dirty="0">
                <a:solidFill>
                  <a:schemeClr val="bg1">
                    <a:lumMod val="65000"/>
                  </a:schemeClr>
                </a:solidFill>
              </a:rPr>
              <a:t>Audit Evidence</a:t>
            </a:r>
            <a:endParaRPr lang="en-MY" dirty="0">
              <a:solidFill>
                <a:schemeClr val="bg1">
                  <a:lumMod val="65000"/>
                </a:schemeClr>
              </a:solidFill>
            </a:endParaRPr>
          </a:p>
        </p:txBody>
      </p:sp>
      <p:sp>
        <p:nvSpPr>
          <p:cNvPr id="3" name="Content Placeholder 2">
            <a:extLst>
              <a:ext uri="{FF2B5EF4-FFF2-40B4-BE49-F238E27FC236}">
                <a16:creationId xmlns:a16="http://schemas.microsoft.com/office/drawing/2014/main" id="{77EADBFD-4DDD-2DE6-E9EE-965276993762}"/>
              </a:ext>
            </a:extLst>
          </p:cNvPr>
          <p:cNvSpPr>
            <a:spLocks noGrp="1"/>
          </p:cNvSpPr>
          <p:nvPr>
            <p:ph idx="1"/>
          </p:nvPr>
        </p:nvSpPr>
        <p:spPr/>
        <p:txBody>
          <a:bodyPr>
            <a:normAutofit/>
          </a:bodyPr>
          <a:lstStyle/>
          <a:p>
            <a:pPr marL="342900" indent="-342900" algn="just"/>
            <a:r>
              <a:rPr lang="en-US" sz="2400" dirty="0"/>
              <a:t>The audit method to use in obtaining the evidence:</a:t>
            </a:r>
          </a:p>
          <a:p>
            <a:pPr marL="1055688" lvl="3" indent="-514350" algn="just">
              <a:buFont typeface="+mj-lt"/>
              <a:buAutoNum type="romanLcPeriod"/>
            </a:pPr>
            <a:r>
              <a:rPr lang="en-US" sz="2400" dirty="0"/>
              <a:t>reviewing the company documentation</a:t>
            </a:r>
          </a:p>
          <a:p>
            <a:pPr marL="1055688" lvl="3" indent="-514350" algn="just">
              <a:buFont typeface="+mj-lt"/>
              <a:buAutoNum type="romanLcPeriod"/>
            </a:pPr>
            <a:r>
              <a:rPr lang="en-US" sz="2400" dirty="0"/>
              <a:t>observation or demonstration</a:t>
            </a:r>
          </a:p>
          <a:p>
            <a:pPr marL="1055688" lvl="3" indent="-514350" algn="just">
              <a:buFont typeface="+mj-lt"/>
              <a:buAutoNum type="romanLcPeriod"/>
            </a:pPr>
            <a:r>
              <a:rPr lang="en-US" sz="2400" dirty="0"/>
              <a:t>questioning or interview</a:t>
            </a:r>
          </a:p>
          <a:p>
            <a:pPr marL="342900" indent="-342900" algn="just"/>
            <a:endParaRPr lang="en-US" sz="2400" dirty="0"/>
          </a:p>
          <a:p>
            <a:pPr marL="0" indent="0">
              <a:buNone/>
            </a:pPr>
            <a:endParaRPr lang="en-MY" sz="2400" b="1" dirty="0"/>
          </a:p>
        </p:txBody>
      </p:sp>
      <p:sp>
        <p:nvSpPr>
          <p:cNvPr id="4" name="Date Placeholder 3">
            <a:extLst>
              <a:ext uri="{FF2B5EF4-FFF2-40B4-BE49-F238E27FC236}">
                <a16:creationId xmlns:a16="http://schemas.microsoft.com/office/drawing/2014/main" id="{783174E1-F41C-8D41-38F3-0681F5684D5A}"/>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D39CD88A-71E3-5894-31CF-BC135CB5BB3F}"/>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9F666CAB-4FE0-CB1F-FE54-71B8871BD661}"/>
              </a:ext>
            </a:extLst>
          </p:cNvPr>
          <p:cNvSpPr>
            <a:spLocks noGrp="1"/>
          </p:cNvSpPr>
          <p:nvPr>
            <p:ph type="sldNum" sz="quarter" idx="12"/>
          </p:nvPr>
        </p:nvSpPr>
        <p:spPr/>
        <p:txBody>
          <a:bodyPr/>
          <a:lstStyle/>
          <a:p>
            <a:fld id="{FB2FB115-6801-42A4-BE77-362A11867301}" type="slidenum">
              <a:rPr lang="en-US" smtClean="0"/>
              <a:t>58</a:t>
            </a:fld>
            <a:endParaRPr lang="en-US"/>
          </a:p>
        </p:txBody>
      </p:sp>
    </p:spTree>
    <p:extLst>
      <p:ext uri="{BB962C8B-B14F-4D97-AF65-F5344CB8AC3E}">
        <p14:creationId xmlns:p14="http://schemas.microsoft.com/office/powerpoint/2010/main" val="29526320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1317D-A43D-B39E-629F-9EB5FC567458}"/>
              </a:ext>
            </a:extLst>
          </p:cNvPr>
          <p:cNvSpPr>
            <a:spLocks noGrp="1"/>
          </p:cNvSpPr>
          <p:nvPr>
            <p:ph type="title"/>
          </p:nvPr>
        </p:nvSpPr>
        <p:spPr/>
        <p:txBody>
          <a:bodyPr>
            <a:normAutofit fontScale="90000"/>
          </a:bodyPr>
          <a:lstStyle/>
          <a:p>
            <a:r>
              <a:rPr lang="en-MY" dirty="0"/>
              <a:t>Audit Planning - Audit Checklist</a:t>
            </a:r>
            <a:br>
              <a:rPr lang="en-MY" dirty="0"/>
            </a:br>
            <a:r>
              <a:rPr lang="en-MY" sz="4000" b="0" dirty="0">
                <a:solidFill>
                  <a:schemeClr val="bg1">
                    <a:lumMod val="65000"/>
                  </a:schemeClr>
                </a:solidFill>
              </a:rPr>
              <a:t>Audit Evidence</a:t>
            </a:r>
            <a:endParaRPr lang="en-MY" dirty="0"/>
          </a:p>
        </p:txBody>
      </p:sp>
      <p:sp>
        <p:nvSpPr>
          <p:cNvPr id="4" name="Date Placeholder 3">
            <a:extLst>
              <a:ext uri="{FF2B5EF4-FFF2-40B4-BE49-F238E27FC236}">
                <a16:creationId xmlns:a16="http://schemas.microsoft.com/office/drawing/2014/main" id="{8A64633E-7DEB-BA4B-1D93-DBBCB11CF9C8}"/>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FC21819F-BCD6-5062-5F3A-6BB9704CB9E9}"/>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A168B4C7-6701-FA44-3DF9-079F6DAB6F3D}"/>
              </a:ext>
            </a:extLst>
          </p:cNvPr>
          <p:cNvSpPr>
            <a:spLocks noGrp="1"/>
          </p:cNvSpPr>
          <p:nvPr>
            <p:ph type="sldNum" sz="quarter" idx="12"/>
          </p:nvPr>
        </p:nvSpPr>
        <p:spPr/>
        <p:txBody>
          <a:bodyPr/>
          <a:lstStyle/>
          <a:p>
            <a:fld id="{FB2FB115-6801-42A4-BE77-362A11867301}" type="slidenum">
              <a:rPr lang="en-US" smtClean="0"/>
              <a:t>59</a:t>
            </a:fld>
            <a:endParaRPr lang="en-US"/>
          </a:p>
        </p:txBody>
      </p:sp>
      <p:sp>
        <p:nvSpPr>
          <p:cNvPr id="9" name="Text Placeholder 5">
            <a:extLst>
              <a:ext uri="{FF2B5EF4-FFF2-40B4-BE49-F238E27FC236}">
                <a16:creationId xmlns:a16="http://schemas.microsoft.com/office/drawing/2014/main" id="{755D9A48-E731-704D-240E-975E8152E4ED}"/>
              </a:ext>
            </a:extLst>
          </p:cNvPr>
          <p:cNvSpPr txBox="1">
            <a:spLocks/>
          </p:cNvSpPr>
          <p:nvPr/>
        </p:nvSpPr>
        <p:spPr>
          <a:xfrm>
            <a:off x="838200" y="1233549"/>
            <a:ext cx="8453885" cy="307777"/>
          </a:xfrm>
          <a:prstGeom prst="rect">
            <a:avLst/>
          </a:prstGeom>
        </p:spPr>
        <p:txBody>
          <a:bodyPr wrap="square" lIns="0" tIns="0" rIns="0" bIns="0">
            <a:spAutoFit/>
          </a:bodyPr>
          <a:lstStyle>
            <a:lvl1pPr marL="0" indent="0" algn="l" defTabSz="895350"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82563" indent="-180975" algn="l" defTabSz="895350" rtl="0" eaLnBrk="1" fontAlgn="base" hangingPunct="1">
              <a:spcBef>
                <a:spcPct val="0"/>
              </a:spcBef>
              <a:spcAft>
                <a:spcPct val="0"/>
              </a:spcAft>
              <a:buClrTx/>
              <a:buSzPct val="120000"/>
              <a:buFont typeface="Arial" pitchFamily="34" charset="0"/>
              <a:buChar char="•"/>
              <a:defRPr sz="1600" baseline="0">
                <a:solidFill>
                  <a:schemeClr val="tx1"/>
                </a:solidFill>
                <a:latin typeface="+mn-lt"/>
              </a:defRPr>
            </a:lvl2pPr>
            <a:lvl3pPr marL="358775" indent="-176213" algn="l" defTabSz="895350" rtl="0" eaLnBrk="1" fontAlgn="base" hangingPunct="1">
              <a:spcBef>
                <a:spcPct val="0"/>
              </a:spcBef>
              <a:spcAft>
                <a:spcPct val="0"/>
              </a:spcAft>
              <a:buClrTx/>
              <a:buSzPct val="100000"/>
              <a:buFont typeface="Calibri" pitchFamily="34" charset="0"/>
              <a:buChar char="–"/>
              <a:defRPr sz="1600" baseline="0">
                <a:solidFill>
                  <a:schemeClr val="tx1"/>
                </a:solidFill>
                <a:latin typeface="+mn-lt"/>
              </a:defRPr>
            </a:lvl3pPr>
            <a:lvl4pPr marL="541338" indent="-182563" algn="l" defTabSz="895350" rtl="0" eaLnBrk="1" fontAlgn="base" hangingPunct="1">
              <a:spcBef>
                <a:spcPct val="0"/>
              </a:spcBef>
              <a:spcAft>
                <a:spcPct val="0"/>
              </a:spcAft>
              <a:buClrTx/>
              <a:buSzPct val="90000"/>
              <a:buFont typeface="Arial" pitchFamily="34" charset="0"/>
              <a:buChar char="•"/>
              <a:defRPr sz="1600" baseline="0">
                <a:solidFill>
                  <a:schemeClr val="tx1"/>
                </a:solidFill>
                <a:latin typeface="+mn-lt"/>
              </a:defRPr>
            </a:lvl4pPr>
            <a:lvl5pPr marL="715963" indent="-174625" algn="l" defTabSz="895350" rtl="0" eaLnBrk="1" fontAlgn="base" hangingPunct="1">
              <a:spcBef>
                <a:spcPct val="0"/>
              </a:spcBef>
              <a:spcAft>
                <a:spcPct val="0"/>
              </a:spcAft>
              <a:buClrTx/>
              <a:buSzPct val="85000"/>
              <a:buFont typeface="Calibri" pitchFamily="34" charset="0"/>
              <a:buChar char="–"/>
              <a:defRPr sz="1600" baseline="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gn="just"/>
            <a:r>
              <a:rPr lang="en-US" sz="2000" dirty="0"/>
              <a:t>But how do you conclude that the evidence gathered are reasonable? </a:t>
            </a:r>
            <a:endParaRPr lang="en-US" sz="1800" dirty="0"/>
          </a:p>
        </p:txBody>
      </p:sp>
      <p:pic>
        <p:nvPicPr>
          <p:cNvPr id="10" name="Picture 2">
            <a:extLst>
              <a:ext uri="{FF2B5EF4-FFF2-40B4-BE49-F238E27FC236}">
                <a16:creationId xmlns:a16="http://schemas.microsoft.com/office/drawing/2014/main" id="{13C7AA73-1E3D-7028-6FF1-EF32FC376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1677906"/>
            <a:ext cx="8453885" cy="4611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29039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5F671-C773-AACF-C7D2-C94EC00A7A50}"/>
              </a:ext>
            </a:extLst>
          </p:cNvPr>
          <p:cNvSpPr>
            <a:spLocks noGrp="1"/>
          </p:cNvSpPr>
          <p:nvPr>
            <p:ph type="title"/>
          </p:nvPr>
        </p:nvSpPr>
        <p:spPr/>
        <p:txBody>
          <a:bodyPr>
            <a:normAutofit fontScale="90000"/>
          </a:bodyPr>
          <a:lstStyle/>
          <a:p>
            <a:r>
              <a:rPr lang="en-MY" dirty="0"/>
              <a:t>Audit Planning - Audit Checklist</a:t>
            </a:r>
            <a:br>
              <a:rPr lang="en-MY" dirty="0"/>
            </a:br>
            <a:r>
              <a:rPr lang="en-MY" sz="4000" b="0" dirty="0">
                <a:solidFill>
                  <a:schemeClr val="bg1">
                    <a:lumMod val="65000"/>
                  </a:schemeClr>
                </a:solidFill>
              </a:rPr>
              <a:t>Audit Evidence</a:t>
            </a:r>
            <a:endParaRPr lang="en-MY" dirty="0"/>
          </a:p>
        </p:txBody>
      </p:sp>
      <p:sp>
        <p:nvSpPr>
          <p:cNvPr id="4" name="Date Placeholder 3">
            <a:extLst>
              <a:ext uri="{FF2B5EF4-FFF2-40B4-BE49-F238E27FC236}">
                <a16:creationId xmlns:a16="http://schemas.microsoft.com/office/drawing/2014/main" id="{09BBB241-3BD6-417F-4F53-3DC970930C7C}"/>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BD493F22-9F9D-37B8-A01D-75CDDC168894}"/>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3DE7282E-6D1E-FD8B-58EB-FDE856893F65}"/>
              </a:ext>
            </a:extLst>
          </p:cNvPr>
          <p:cNvSpPr>
            <a:spLocks noGrp="1"/>
          </p:cNvSpPr>
          <p:nvPr>
            <p:ph type="sldNum" sz="quarter" idx="12"/>
          </p:nvPr>
        </p:nvSpPr>
        <p:spPr/>
        <p:txBody>
          <a:bodyPr/>
          <a:lstStyle/>
          <a:p>
            <a:fld id="{FB2FB115-6801-42A4-BE77-362A11867301}" type="slidenum">
              <a:rPr lang="en-US" smtClean="0"/>
              <a:t>60</a:t>
            </a:fld>
            <a:endParaRPr lang="en-US"/>
          </a:p>
        </p:txBody>
      </p:sp>
      <p:pic>
        <p:nvPicPr>
          <p:cNvPr id="7" name="Picture 3">
            <a:extLst>
              <a:ext uri="{FF2B5EF4-FFF2-40B4-BE49-F238E27FC236}">
                <a16:creationId xmlns:a16="http://schemas.microsoft.com/office/drawing/2014/main" id="{2EA7450C-0F31-903A-6D00-39477D39223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3285" y="1285070"/>
            <a:ext cx="8545426" cy="48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8779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5B3C4-11D0-FB22-D7C4-850B5A26C2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864EC7-0642-D724-5F70-0BB7758119F2}"/>
              </a:ext>
            </a:extLst>
          </p:cNvPr>
          <p:cNvSpPr>
            <a:spLocks noGrp="1"/>
          </p:cNvSpPr>
          <p:nvPr>
            <p:ph type="title"/>
          </p:nvPr>
        </p:nvSpPr>
        <p:spPr/>
        <p:txBody>
          <a:bodyPr>
            <a:normAutofit fontScale="90000"/>
          </a:bodyPr>
          <a:lstStyle/>
          <a:p>
            <a:r>
              <a:rPr lang="en-MY" dirty="0"/>
              <a:t>Audit Planning - Audit Checklist</a:t>
            </a:r>
            <a:br>
              <a:rPr lang="en-MY" dirty="0"/>
            </a:br>
            <a:r>
              <a:rPr lang="en-MY" sz="4000" b="0" dirty="0">
                <a:solidFill>
                  <a:schemeClr val="bg1">
                    <a:lumMod val="65000"/>
                  </a:schemeClr>
                </a:solidFill>
              </a:rPr>
              <a:t>Developing Halal Audit Checklist</a:t>
            </a:r>
            <a:endParaRPr lang="en-MY" dirty="0">
              <a:solidFill>
                <a:schemeClr val="bg1">
                  <a:lumMod val="65000"/>
                </a:schemeClr>
              </a:solidFill>
            </a:endParaRPr>
          </a:p>
        </p:txBody>
      </p:sp>
      <p:sp>
        <p:nvSpPr>
          <p:cNvPr id="3" name="Content Placeholder 2">
            <a:extLst>
              <a:ext uri="{FF2B5EF4-FFF2-40B4-BE49-F238E27FC236}">
                <a16:creationId xmlns:a16="http://schemas.microsoft.com/office/drawing/2014/main" id="{FC7A0DE7-B1C9-0EC2-75CA-E6F1CDB8C1EB}"/>
              </a:ext>
            </a:extLst>
          </p:cNvPr>
          <p:cNvSpPr>
            <a:spLocks noGrp="1"/>
          </p:cNvSpPr>
          <p:nvPr>
            <p:ph idx="1"/>
          </p:nvPr>
        </p:nvSpPr>
        <p:spPr/>
        <p:txBody>
          <a:bodyPr>
            <a:normAutofit/>
          </a:bodyPr>
          <a:lstStyle/>
          <a:p>
            <a:pPr algn="just"/>
            <a:r>
              <a:rPr lang="en-US" sz="2400" dirty="0"/>
              <a:t>An audit is a sample check, where the quality of audit depends on the quality of the sample drawn during the audit.</a:t>
            </a:r>
          </a:p>
          <a:p>
            <a:pPr algn="just"/>
            <a:endParaRPr lang="en-US" sz="2400" dirty="0"/>
          </a:p>
          <a:p>
            <a:pPr algn="just"/>
            <a:r>
              <a:rPr lang="en-US" sz="2400" dirty="0"/>
              <a:t>In order to ensure the audit is smooth, systematic, consistent, uniform and achieve audit  objective evidence, the following elements must be included in the audit checklist:</a:t>
            </a:r>
          </a:p>
          <a:p>
            <a:pPr algn="just"/>
            <a:endParaRPr lang="en-US" sz="2400" dirty="0"/>
          </a:p>
          <a:p>
            <a:pPr marL="873125" lvl="2" indent="-514350" algn="just">
              <a:buFont typeface="+mj-lt"/>
              <a:buAutoNum type="romanLcPeriod"/>
            </a:pPr>
            <a:r>
              <a:rPr lang="en-US" sz="2400" dirty="0"/>
              <a:t>Audit criteria</a:t>
            </a:r>
          </a:p>
          <a:p>
            <a:pPr marL="873125" lvl="2" indent="-514350" algn="just">
              <a:buFont typeface="+mj-lt"/>
              <a:buAutoNum type="romanLcPeriod"/>
            </a:pPr>
            <a:r>
              <a:rPr lang="en-US" sz="2400" dirty="0"/>
              <a:t>Audit criteria checklist point</a:t>
            </a:r>
          </a:p>
          <a:p>
            <a:pPr marL="873125" lvl="2" indent="-514350" algn="just">
              <a:buFont typeface="+mj-lt"/>
              <a:buAutoNum type="romanLcPeriod"/>
            </a:pPr>
            <a:r>
              <a:rPr lang="en-US" sz="2400" dirty="0"/>
              <a:t>Related clause (s)</a:t>
            </a:r>
          </a:p>
          <a:p>
            <a:pPr marL="873125" lvl="2" indent="-514350" algn="just">
              <a:buFont typeface="+mj-lt"/>
              <a:buAutoNum type="romanLcPeriod"/>
            </a:pPr>
            <a:r>
              <a:rPr lang="en-US" sz="2400" dirty="0"/>
              <a:t>Audit method used</a:t>
            </a:r>
          </a:p>
          <a:p>
            <a:pPr marL="873125" lvl="2" indent="-514350" algn="just">
              <a:buFont typeface="+mj-lt"/>
              <a:buAutoNum type="romanLcPeriod"/>
            </a:pPr>
            <a:r>
              <a:rPr lang="en-US" sz="2400" dirty="0"/>
              <a:t>Audit evidence for compliance and non-compliance</a:t>
            </a:r>
          </a:p>
          <a:p>
            <a:pPr marL="0" indent="0">
              <a:buNone/>
            </a:pPr>
            <a:endParaRPr lang="en-MY" sz="2400" dirty="0"/>
          </a:p>
        </p:txBody>
      </p:sp>
      <p:sp>
        <p:nvSpPr>
          <p:cNvPr id="4" name="Date Placeholder 3">
            <a:extLst>
              <a:ext uri="{FF2B5EF4-FFF2-40B4-BE49-F238E27FC236}">
                <a16:creationId xmlns:a16="http://schemas.microsoft.com/office/drawing/2014/main" id="{72F73468-5774-BC21-DCF6-93A0D210C3AC}"/>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34BDAE8F-74AA-4FA9-ED1B-76ACF509B523}"/>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08A9C681-A30E-639A-0F01-4DF38AABD1E1}"/>
              </a:ext>
            </a:extLst>
          </p:cNvPr>
          <p:cNvSpPr>
            <a:spLocks noGrp="1"/>
          </p:cNvSpPr>
          <p:nvPr>
            <p:ph type="sldNum" sz="quarter" idx="12"/>
          </p:nvPr>
        </p:nvSpPr>
        <p:spPr/>
        <p:txBody>
          <a:bodyPr/>
          <a:lstStyle/>
          <a:p>
            <a:fld id="{FB2FB115-6801-42A4-BE77-362A11867301}" type="slidenum">
              <a:rPr lang="en-US" smtClean="0"/>
              <a:t>61</a:t>
            </a:fld>
            <a:endParaRPr lang="en-US"/>
          </a:p>
        </p:txBody>
      </p:sp>
    </p:spTree>
    <p:extLst>
      <p:ext uri="{BB962C8B-B14F-4D97-AF65-F5344CB8AC3E}">
        <p14:creationId xmlns:p14="http://schemas.microsoft.com/office/powerpoint/2010/main" val="4540640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7C4C1-13B9-14FB-B6C8-7BE7A3B044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239423-25D7-F588-47EF-CDB67C4CB0B6}"/>
              </a:ext>
            </a:extLst>
          </p:cNvPr>
          <p:cNvSpPr>
            <a:spLocks noGrp="1"/>
          </p:cNvSpPr>
          <p:nvPr>
            <p:ph type="title"/>
          </p:nvPr>
        </p:nvSpPr>
        <p:spPr/>
        <p:txBody>
          <a:bodyPr>
            <a:normAutofit fontScale="90000"/>
          </a:bodyPr>
          <a:lstStyle/>
          <a:p>
            <a:r>
              <a:rPr lang="en-MY" dirty="0"/>
              <a:t>Audit Planning - Audit Checklist</a:t>
            </a:r>
            <a:br>
              <a:rPr lang="en-MY" dirty="0"/>
            </a:br>
            <a:r>
              <a:rPr lang="en-MY" sz="4000" b="0" dirty="0">
                <a:solidFill>
                  <a:schemeClr val="bg1">
                    <a:lumMod val="65000"/>
                  </a:schemeClr>
                </a:solidFill>
              </a:rPr>
              <a:t>Developing Halal Audit Checklist – Flow Diagram</a:t>
            </a:r>
            <a:endParaRPr lang="en-MY" dirty="0">
              <a:solidFill>
                <a:schemeClr val="bg1">
                  <a:lumMod val="65000"/>
                </a:schemeClr>
              </a:solidFill>
            </a:endParaRPr>
          </a:p>
        </p:txBody>
      </p:sp>
      <p:sp>
        <p:nvSpPr>
          <p:cNvPr id="4" name="Date Placeholder 3">
            <a:extLst>
              <a:ext uri="{FF2B5EF4-FFF2-40B4-BE49-F238E27FC236}">
                <a16:creationId xmlns:a16="http://schemas.microsoft.com/office/drawing/2014/main" id="{75467624-ECA5-BD99-17FC-657829A7C5F0}"/>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483007B2-E004-A8F3-B1F6-D597FFA038DA}"/>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9FE647F5-7E64-4D84-AF64-104FA19FDE24}"/>
              </a:ext>
            </a:extLst>
          </p:cNvPr>
          <p:cNvSpPr>
            <a:spLocks noGrp="1"/>
          </p:cNvSpPr>
          <p:nvPr>
            <p:ph type="sldNum" sz="quarter" idx="12"/>
          </p:nvPr>
        </p:nvSpPr>
        <p:spPr/>
        <p:txBody>
          <a:bodyPr/>
          <a:lstStyle/>
          <a:p>
            <a:fld id="{FB2FB115-6801-42A4-BE77-362A11867301}" type="slidenum">
              <a:rPr lang="en-US" smtClean="0"/>
              <a:t>62</a:t>
            </a:fld>
            <a:endParaRPr lang="en-US"/>
          </a:p>
        </p:txBody>
      </p:sp>
      <p:sp>
        <p:nvSpPr>
          <p:cNvPr id="7" name="Rectangle 6">
            <a:extLst>
              <a:ext uri="{FF2B5EF4-FFF2-40B4-BE49-F238E27FC236}">
                <a16:creationId xmlns:a16="http://schemas.microsoft.com/office/drawing/2014/main" id="{7733D5A4-F39D-762B-194A-EEC2BCEE87DE}"/>
              </a:ext>
            </a:extLst>
          </p:cNvPr>
          <p:cNvSpPr/>
          <p:nvPr/>
        </p:nvSpPr>
        <p:spPr>
          <a:xfrm>
            <a:off x="838199" y="1575360"/>
            <a:ext cx="10728367" cy="1452848"/>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8" name="Rectangle 7">
            <a:extLst>
              <a:ext uri="{FF2B5EF4-FFF2-40B4-BE49-F238E27FC236}">
                <a16:creationId xmlns:a16="http://schemas.microsoft.com/office/drawing/2014/main" id="{944A907A-9E7B-6FCD-DD99-B85445AB9074}"/>
              </a:ext>
            </a:extLst>
          </p:cNvPr>
          <p:cNvSpPr/>
          <p:nvPr/>
        </p:nvSpPr>
        <p:spPr>
          <a:xfrm>
            <a:off x="1775012" y="1727760"/>
            <a:ext cx="9578786" cy="58513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Identify a requirement (audit Criteria) from the main reference</a:t>
            </a:r>
          </a:p>
        </p:txBody>
      </p:sp>
      <p:sp>
        <p:nvSpPr>
          <p:cNvPr id="9" name="Rectangle 8">
            <a:extLst>
              <a:ext uri="{FF2B5EF4-FFF2-40B4-BE49-F238E27FC236}">
                <a16:creationId xmlns:a16="http://schemas.microsoft.com/office/drawing/2014/main" id="{59CBA423-AF6E-BF87-36DD-EF0A56724CDD}"/>
              </a:ext>
            </a:extLst>
          </p:cNvPr>
          <p:cNvSpPr/>
          <p:nvPr/>
        </p:nvSpPr>
        <p:spPr>
          <a:xfrm>
            <a:off x="1775012" y="2382168"/>
            <a:ext cx="2939491" cy="537898"/>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Halal Standards</a:t>
            </a:r>
          </a:p>
        </p:txBody>
      </p:sp>
      <p:sp>
        <p:nvSpPr>
          <p:cNvPr id="10" name="Rectangle 9">
            <a:extLst>
              <a:ext uri="{FF2B5EF4-FFF2-40B4-BE49-F238E27FC236}">
                <a16:creationId xmlns:a16="http://schemas.microsoft.com/office/drawing/2014/main" id="{F345F94D-11EF-651D-9F1A-A751D5E67E7B}"/>
              </a:ext>
            </a:extLst>
          </p:cNvPr>
          <p:cNvSpPr/>
          <p:nvPr/>
        </p:nvSpPr>
        <p:spPr>
          <a:xfrm>
            <a:off x="5094659" y="2382168"/>
            <a:ext cx="2939491" cy="537898"/>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Halal Certification Manual Procedure</a:t>
            </a:r>
          </a:p>
        </p:txBody>
      </p:sp>
      <p:sp>
        <p:nvSpPr>
          <p:cNvPr id="11" name="Rectangle 10">
            <a:extLst>
              <a:ext uri="{FF2B5EF4-FFF2-40B4-BE49-F238E27FC236}">
                <a16:creationId xmlns:a16="http://schemas.microsoft.com/office/drawing/2014/main" id="{766CDA71-7F66-7C14-6359-D1110C7B14E6}"/>
              </a:ext>
            </a:extLst>
          </p:cNvPr>
          <p:cNvSpPr/>
          <p:nvPr/>
        </p:nvSpPr>
        <p:spPr>
          <a:xfrm>
            <a:off x="8414307" y="2365976"/>
            <a:ext cx="2939491" cy="537898"/>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Halal Assurance System</a:t>
            </a:r>
          </a:p>
        </p:txBody>
      </p:sp>
      <p:sp>
        <p:nvSpPr>
          <p:cNvPr id="12" name="TextBox 11">
            <a:extLst>
              <a:ext uri="{FF2B5EF4-FFF2-40B4-BE49-F238E27FC236}">
                <a16:creationId xmlns:a16="http://schemas.microsoft.com/office/drawing/2014/main" id="{0E21EB82-53D8-7144-012C-A0E08B11B072}"/>
              </a:ext>
            </a:extLst>
          </p:cNvPr>
          <p:cNvSpPr txBox="1"/>
          <p:nvPr/>
        </p:nvSpPr>
        <p:spPr>
          <a:xfrm rot="16200000">
            <a:off x="819872" y="2165920"/>
            <a:ext cx="973463" cy="400110"/>
          </a:xfrm>
          <a:prstGeom prst="rect">
            <a:avLst/>
          </a:prstGeom>
          <a:noFill/>
        </p:spPr>
        <p:txBody>
          <a:bodyPr wrap="square" rtlCol="0">
            <a:spAutoFit/>
          </a:bodyPr>
          <a:lstStyle/>
          <a:p>
            <a:pPr algn="ctr"/>
            <a:r>
              <a:rPr lang="en-MY" sz="2000" b="1" dirty="0">
                <a:solidFill>
                  <a:schemeClr val="bg1"/>
                </a:solidFill>
              </a:rPr>
              <a:t>STEP 1</a:t>
            </a:r>
          </a:p>
        </p:txBody>
      </p:sp>
      <p:sp>
        <p:nvSpPr>
          <p:cNvPr id="14" name="Rectangle 13">
            <a:extLst>
              <a:ext uri="{FF2B5EF4-FFF2-40B4-BE49-F238E27FC236}">
                <a16:creationId xmlns:a16="http://schemas.microsoft.com/office/drawing/2014/main" id="{878BF554-5503-C472-DAF1-D78149223B6E}"/>
              </a:ext>
            </a:extLst>
          </p:cNvPr>
          <p:cNvSpPr/>
          <p:nvPr/>
        </p:nvSpPr>
        <p:spPr>
          <a:xfrm>
            <a:off x="838199" y="3237091"/>
            <a:ext cx="10728367" cy="1452848"/>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16" name="Rectangle 15">
            <a:extLst>
              <a:ext uri="{FF2B5EF4-FFF2-40B4-BE49-F238E27FC236}">
                <a16:creationId xmlns:a16="http://schemas.microsoft.com/office/drawing/2014/main" id="{24ECE8B8-216F-6229-445E-A1159B5EBFD2}"/>
              </a:ext>
            </a:extLst>
          </p:cNvPr>
          <p:cNvSpPr/>
          <p:nvPr/>
        </p:nvSpPr>
        <p:spPr>
          <a:xfrm>
            <a:off x="1775012" y="3411071"/>
            <a:ext cx="9578786" cy="1152797"/>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Define audit criteria important parameter (checklist point)</a:t>
            </a:r>
          </a:p>
        </p:txBody>
      </p:sp>
      <p:sp>
        <p:nvSpPr>
          <p:cNvPr id="19" name="TextBox 18">
            <a:extLst>
              <a:ext uri="{FF2B5EF4-FFF2-40B4-BE49-F238E27FC236}">
                <a16:creationId xmlns:a16="http://schemas.microsoft.com/office/drawing/2014/main" id="{859A5A80-63D2-31B6-14DC-D8A3D3914951}"/>
              </a:ext>
            </a:extLst>
          </p:cNvPr>
          <p:cNvSpPr txBox="1"/>
          <p:nvPr/>
        </p:nvSpPr>
        <p:spPr>
          <a:xfrm rot="16200000">
            <a:off x="819872" y="3827651"/>
            <a:ext cx="973463" cy="400110"/>
          </a:xfrm>
          <a:prstGeom prst="rect">
            <a:avLst/>
          </a:prstGeom>
          <a:noFill/>
        </p:spPr>
        <p:txBody>
          <a:bodyPr wrap="square" rtlCol="0">
            <a:spAutoFit/>
          </a:bodyPr>
          <a:lstStyle/>
          <a:p>
            <a:pPr algn="ctr"/>
            <a:r>
              <a:rPr lang="en-MY" sz="2000" b="1" dirty="0">
                <a:solidFill>
                  <a:schemeClr val="bg1"/>
                </a:solidFill>
              </a:rPr>
              <a:t>STEP 2</a:t>
            </a:r>
          </a:p>
        </p:txBody>
      </p:sp>
      <p:sp>
        <p:nvSpPr>
          <p:cNvPr id="20" name="Rectangle 19">
            <a:extLst>
              <a:ext uri="{FF2B5EF4-FFF2-40B4-BE49-F238E27FC236}">
                <a16:creationId xmlns:a16="http://schemas.microsoft.com/office/drawing/2014/main" id="{09A3F457-3569-E73A-CC73-C001868C87B6}"/>
              </a:ext>
            </a:extLst>
          </p:cNvPr>
          <p:cNvSpPr/>
          <p:nvPr/>
        </p:nvSpPr>
        <p:spPr>
          <a:xfrm>
            <a:off x="838199" y="4895408"/>
            <a:ext cx="10728367" cy="1452848"/>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21" name="Rectangle 20">
            <a:extLst>
              <a:ext uri="{FF2B5EF4-FFF2-40B4-BE49-F238E27FC236}">
                <a16:creationId xmlns:a16="http://schemas.microsoft.com/office/drawing/2014/main" id="{E32E9784-C0D9-A917-BC74-5D461249C871}"/>
              </a:ext>
            </a:extLst>
          </p:cNvPr>
          <p:cNvSpPr/>
          <p:nvPr/>
        </p:nvSpPr>
        <p:spPr>
          <a:xfrm>
            <a:off x="1775012" y="5047808"/>
            <a:ext cx="9578786" cy="58513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Define the method to achieve audit evidence:</a:t>
            </a:r>
          </a:p>
        </p:txBody>
      </p:sp>
      <p:sp>
        <p:nvSpPr>
          <p:cNvPr id="22" name="Rectangle 21">
            <a:extLst>
              <a:ext uri="{FF2B5EF4-FFF2-40B4-BE49-F238E27FC236}">
                <a16:creationId xmlns:a16="http://schemas.microsoft.com/office/drawing/2014/main" id="{0B6F0B6D-80A2-C198-7A25-FB192D4E072A}"/>
              </a:ext>
            </a:extLst>
          </p:cNvPr>
          <p:cNvSpPr/>
          <p:nvPr/>
        </p:nvSpPr>
        <p:spPr>
          <a:xfrm>
            <a:off x="1775012" y="5702216"/>
            <a:ext cx="2939491" cy="537898"/>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Examine/inspect</a:t>
            </a:r>
          </a:p>
        </p:txBody>
      </p:sp>
      <p:sp>
        <p:nvSpPr>
          <p:cNvPr id="23" name="Rectangle 22">
            <a:extLst>
              <a:ext uri="{FF2B5EF4-FFF2-40B4-BE49-F238E27FC236}">
                <a16:creationId xmlns:a16="http://schemas.microsoft.com/office/drawing/2014/main" id="{A7E31943-2364-1C23-2423-A718E0C1F793}"/>
              </a:ext>
            </a:extLst>
          </p:cNvPr>
          <p:cNvSpPr/>
          <p:nvPr/>
        </p:nvSpPr>
        <p:spPr>
          <a:xfrm>
            <a:off x="5094659" y="5702216"/>
            <a:ext cx="2939491" cy="537898"/>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Questioning / Interview</a:t>
            </a:r>
          </a:p>
        </p:txBody>
      </p:sp>
      <p:sp>
        <p:nvSpPr>
          <p:cNvPr id="24" name="Rectangle 23">
            <a:extLst>
              <a:ext uri="{FF2B5EF4-FFF2-40B4-BE49-F238E27FC236}">
                <a16:creationId xmlns:a16="http://schemas.microsoft.com/office/drawing/2014/main" id="{A4270A5B-D16B-C892-438E-38C1034A682C}"/>
              </a:ext>
            </a:extLst>
          </p:cNvPr>
          <p:cNvSpPr/>
          <p:nvPr/>
        </p:nvSpPr>
        <p:spPr>
          <a:xfrm>
            <a:off x="8414307" y="5686024"/>
            <a:ext cx="2939491" cy="537898"/>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Observe / Demonstrate</a:t>
            </a:r>
          </a:p>
        </p:txBody>
      </p:sp>
      <p:sp>
        <p:nvSpPr>
          <p:cNvPr id="25" name="TextBox 24">
            <a:extLst>
              <a:ext uri="{FF2B5EF4-FFF2-40B4-BE49-F238E27FC236}">
                <a16:creationId xmlns:a16="http://schemas.microsoft.com/office/drawing/2014/main" id="{0C36E806-72F3-F605-D5C9-78DAEBEF3932}"/>
              </a:ext>
            </a:extLst>
          </p:cNvPr>
          <p:cNvSpPr txBox="1"/>
          <p:nvPr/>
        </p:nvSpPr>
        <p:spPr>
          <a:xfrm rot="16200000">
            <a:off x="819872" y="5485968"/>
            <a:ext cx="973463" cy="400110"/>
          </a:xfrm>
          <a:prstGeom prst="rect">
            <a:avLst/>
          </a:prstGeom>
          <a:noFill/>
        </p:spPr>
        <p:txBody>
          <a:bodyPr wrap="square" rtlCol="0">
            <a:spAutoFit/>
          </a:bodyPr>
          <a:lstStyle/>
          <a:p>
            <a:pPr algn="ctr"/>
            <a:r>
              <a:rPr lang="en-MY" sz="2000" b="1" dirty="0">
                <a:solidFill>
                  <a:schemeClr val="bg1"/>
                </a:solidFill>
              </a:rPr>
              <a:t>STEP 3</a:t>
            </a:r>
          </a:p>
        </p:txBody>
      </p:sp>
    </p:spTree>
    <p:extLst>
      <p:ext uri="{BB962C8B-B14F-4D97-AF65-F5344CB8AC3E}">
        <p14:creationId xmlns:p14="http://schemas.microsoft.com/office/powerpoint/2010/main" val="5389324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B70AE-0E43-2449-F309-A486435C60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5541A4-34C7-E2EB-6E24-DC371751EFBC}"/>
              </a:ext>
            </a:extLst>
          </p:cNvPr>
          <p:cNvSpPr>
            <a:spLocks noGrp="1"/>
          </p:cNvSpPr>
          <p:nvPr>
            <p:ph type="title"/>
          </p:nvPr>
        </p:nvSpPr>
        <p:spPr/>
        <p:txBody>
          <a:bodyPr>
            <a:normAutofit fontScale="90000"/>
          </a:bodyPr>
          <a:lstStyle/>
          <a:p>
            <a:r>
              <a:rPr lang="en-MY" dirty="0"/>
              <a:t>Audit Planning - Audit Checklist</a:t>
            </a:r>
            <a:br>
              <a:rPr lang="en-MY" dirty="0"/>
            </a:br>
            <a:r>
              <a:rPr lang="en-MY" sz="4000" b="0" dirty="0">
                <a:solidFill>
                  <a:schemeClr val="bg1">
                    <a:lumMod val="75000"/>
                  </a:schemeClr>
                </a:solidFill>
              </a:rPr>
              <a:t>Task: Develop Audit Checklist</a:t>
            </a:r>
            <a:endParaRPr lang="en-MY" dirty="0">
              <a:solidFill>
                <a:schemeClr val="bg1">
                  <a:lumMod val="75000"/>
                </a:schemeClr>
              </a:solidFill>
            </a:endParaRPr>
          </a:p>
        </p:txBody>
      </p:sp>
      <p:sp>
        <p:nvSpPr>
          <p:cNvPr id="3" name="Content Placeholder 2">
            <a:extLst>
              <a:ext uri="{FF2B5EF4-FFF2-40B4-BE49-F238E27FC236}">
                <a16:creationId xmlns:a16="http://schemas.microsoft.com/office/drawing/2014/main" id="{0C3D2476-92F2-8170-9D72-83E30ED2C9A2}"/>
              </a:ext>
            </a:extLst>
          </p:cNvPr>
          <p:cNvSpPr>
            <a:spLocks noGrp="1"/>
          </p:cNvSpPr>
          <p:nvPr>
            <p:ph idx="1"/>
          </p:nvPr>
        </p:nvSpPr>
        <p:spPr/>
        <p:txBody>
          <a:bodyPr>
            <a:normAutofit fontScale="70000" lnSpcReduction="20000"/>
          </a:bodyPr>
          <a:lstStyle/>
          <a:p>
            <a:pPr marL="0" indent="0" algn="just">
              <a:buNone/>
            </a:pPr>
            <a:r>
              <a:rPr lang="en-US" dirty="0"/>
              <a:t>As the company’s auditor, you need to create a checklist before conducting Halal Audit. The checklist is for Halal Training. Based on the given clauses related to Halal Training below, you are required to develop checklist questions to facilitate the Halal Internal Audit program and activities. </a:t>
            </a:r>
          </a:p>
          <a:p>
            <a:pPr algn="just"/>
            <a:endParaRPr lang="en-US" dirty="0"/>
          </a:p>
          <a:p>
            <a:pPr algn="just"/>
            <a:r>
              <a:rPr lang="en-US" dirty="0"/>
              <a:t>What you need to do:</a:t>
            </a:r>
          </a:p>
          <a:p>
            <a:pPr algn="just"/>
            <a:endParaRPr lang="en-US" dirty="0"/>
          </a:p>
          <a:p>
            <a:pPr marL="514350" indent="-514350" algn="just">
              <a:buFont typeface="+mj-lt"/>
              <a:buAutoNum type="romanLcPeriod"/>
            </a:pPr>
            <a:r>
              <a:rPr lang="en-US" dirty="0"/>
              <a:t>You are to identify one requirement at a time from all the main references. This requirement is also known as the audit criteria (clauses from the main references).</a:t>
            </a:r>
          </a:p>
          <a:p>
            <a:pPr marL="514350" indent="-514350" algn="just">
              <a:buFont typeface="+mj-lt"/>
              <a:buAutoNum type="romanLcPeriod"/>
            </a:pPr>
            <a:r>
              <a:rPr lang="en-US" dirty="0"/>
              <a:t>Then define the audit criteria important parameter (audit checklist point) from all the main references and </a:t>
            </a:r>
            <a:r>
              <a:rPr lang="en-US" dirty="0" err="1"/>
              <a:t>categorised</a:t>
            </a:r>
            <a:r>
              <a:rPr lang="en-US" dirty="0"/>
              <a:t> them (Table 1).</a:t>
            </a:r>
          </a:p>
          <a:p>
            <a:pPr marL="514350" indent="-514350" algn="just">
              <a:buFont typeface="+mj-lt"/>
              <a:buAutoNum type="romanLcPeriod"/>
            </a:pPr>
            <a:r>
              <a:rPr lang="en-US" dirty="0"/>
              <a:t>After that, identify the audit method to use in obtaining audit evidence as proof of conformance and non-conformance (Table 2).</a:t>
            </a:r>
          </a:p>
          <a:p>
            <a:pPr marL="514350" indent="-514350" algn="just">
              <a:buFont typeface="+mj-lt"/>
              <a:buAutoNum type="romanLcPeriod"/>
            </a:pPr>
            <a:r>
              <a:rPr lang="en-US" dirty="0"/>
              <a:t>Finally, develop the audit checklist question (Table 3).</a:t>
            </a:r>
          </a:p>
          <a:p>
            <a:pPr marL="514350" indent="-514350" algn="just">
              <a:buFont typeface="+mj-lt"/>
              <a:buAutoNum type="romanLcPeriod"/>
            </a:pPr>
            <a:endParaRPr lang="en-US" dirty="0"/>
          </a:p>
          <a:p>
            <a:pPr algn="just"/>
            <a:r>
              <a:rPr lang="en-US" b="1" dirty="0">
                <a:solidFill>
                  <a:srgbClr val="FF0000"/>
                </a:solidFill>
              </a:rPr>
              <a:t>REFER: CLAUSES FROM MAIN REFERENCES–HALAL TRAINING</a:t>
            </a:r>
            <a:endParaRPr lang="en-US" sz="2400" b="1" dirty="0">
              <a:solidFill>
                <a:srgbClr val="FF0000"/>
              </a:solidFill>
            </a:endParaRPr>
          </a:p>
          <a:p>
            <a:endParaRPr lang="en-MY" dirty="0"/>
          </a:p>
        </p:txBody>
      </p:sp>
      <p:sp>
        <p:nvSpPr>
          <p:cNvPr id="4" name="Date Placeholder 3">
            <a:extLst>
              <a:ext uri="{FF2B5EF4-FFF2-40B4-BE49-F238E27FC236}">
                <a16:creationId xmlns:a16="http://schemas.microsoft.com/office/drawing/2014/main" id="{DC8CA6A0-204F-E93C-7AD5-C854A34E8911}"/>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284442D0-4C77-BEA4-ED49-3C72FDDDFE6A}"/>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3E73E4B1-D33D-B6E8-D2D3-2EE08F509F46}"/>
              </a:ext>
            </a:extLst>
          </p:cNvPr>
          <p:cNvSpPr>
            <a:spLocks noGrp="1"/>
          </p:cNvSpPr>
          <p:nvPr>
            <p:ph type="sldNum" sz="quarter" idx="12"/>
          </p:nvPr>
        </p:nvSpPr>
        <p:spPr/>
        <p:txBody>
          <a:bodyPr/>
          <a:lstStyle/>
          <a:p>
            <a:fld id="{FB2FB115-6801-42A4-BE77-362A11867301}" type="slidenum">
              <a:rPr lang="en-US" smtClean="0"/>
              <a:t>63</a:t>
            </a:fld>
            <a:endParaRPr lang="en-US"/>
          </a:p>
        </p:txBody>
      </p:sp>
    </p:spTree>
    <p:extLst>
      <p:ext uri="{BB962C8B-B14F-4D97-AF65-F5344CB8AC3E}">
        <p14:creationId xmlns:p14="http://schemas.microsoft.com/office/powerpoint/2010/main" val="161802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1D277-D716-681A-74A1-0B516E8FE2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1BA01-F716-0FC6-0A5E-9F1D4E7F50D0}"/>
              </a:ext>
            </a:extLst>
          </p:cNvPr>
          <p:cNvSpPr>
            <a:spLocks noGrp="1"/>
          </p:cNvSpPr>
          <p:nvPr>
            <p:ph type="title"/>
          </p:nvPr>
        </p:nvSpPr>
        <p:spPr/>
        <p:txBody>
          <a:bodyPr>
            <a:normAutofit fontScale="90000"/>
          </a:bodyPr>
          <a:lstStyle/>
          <a:p>
            <a:r>
              <a:rPr lang="en-MY" dirty="0"/>
              <a:t>Audit Planning - Audit Checklist</a:t>
            </a:r>
            <a:br>
              <a:rPr lang="en-MY" dirty="0"/>
            </a:br>
            <a:r>
              <a:rPr lang="en-MY" sz="4000" b="0" dirty="0">
                <a:solidFill>
                  <a:schemeClr val="bg1">
                    <a:lumMod val="75000"/>
                  </a:schemeClr>
                </a:solidFill>
              </a:rPr>
              <a:t>Task: Develop Audit Checklist – Sample Answer</a:t>
            </a:r>
            <a:endParaRPr lang="en-MY" dirty="0">
              <a:solidFill>
                <a:schemeClr val="bg1">
                  <a:lumMod val="75000"/>
                </a:schemeClr>
              </a:solidFill>
            </a:endParaRPr>
          </a:p>
        </p:txBody>
      </p:sp>
      <p:sp>
        <p:nvSpPr>
          <p:cNvPr id="3" name="Content Placeholder 2">
            <a:extLst>
              <a:ext uri="{FF2B5EF4-FFF2-40B4-BE49-F238E27FC236}">
                <a16:creationId xmlns:a16="http://schemas.microsoft.com/office/drawing/2014/main" id="{F836DACD-73D8-C387-EDE3-3BB78E55E1F4}"/>
              </a:ext>
            </a:extLst>
          </p:cNvPr>
          <p:cNvSpPr>
            <a:spLocks noGrp="1"/>
          </p:cNvSpPr>
          <p:nvPr>
            <p:ph idx="1"/>
          </p:nvPr>
        </p:nvSpPr>
        <p:spPr/>
        <p:txBody>
          <a:bodyPr/>
          <a:lstStyle/>
          <a:p>
            <a:pPr marL="0" indent="0">
              <a:buNone/>
            </a:pPr>
            <a:r>
              <a:rPr lang="en-US" dirty="0"/>
              <a:t>Step 1: </a:t>
            </a:r>
            <a:r>
              <a:rPr lang="en-US" dirty="0" err="1"/>
              <a:t>Categorised</a:t>
            </a:r>
            <a:r>
              <a:rPr lang="en-US" dirty="0"/>
              <a:t> the audit criteria (Table 1)</a:t>
            </a:r>
            <a:endParaRPr lang="en-US" sz="2400" b="1" dirty="0">
              <a:solidFill>
                <a:srgbClr val="FF0000"/>
              </a:solidFill>
            </a:endParaRPr>
          </a:p>
          <a:p>
            <a:endParaRPr lang="en-MY" dirty="0"/>
          </a:p>
        </p:txBody>
      </p:sp>
      <p:sp>
        <p:nvSpPr>
          <p:cNvPr id="4" name="Date Placeholder 3">
            <a:extLst>
              <a:ext uri="{FF2B5EF4-FFF2-40B4-BE49-F238E27FC236}">
                <a16:creationId xmlns:a16="http://schemas.microsoft.com/office/drawing/2014/main" id="{4BB9CA01-C4DB-EB49-D244-FF64C2BDB6BB}"/>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1F0D451E-E3CB-6861-A11B-386B8585ADC2}"/>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38164D07-C789-66C6-F40A-843AEA640DE1}"/>
              </a:ext>
            </a:extLst>
          </p:cNvPr>
          <p:cNvSpPr>
            <a:spLocks noGrp="1"/>
          </p:cNvSpPr>
          <p:nvPr>
            <p:ph type="sldNum" sz="quarter" idx="12"/>
          </p:nvPr>
        </p:nvSpPr>
        <p:spPr/>
        <p:txBody>
          <a:bodyPr/>
          <a:lstStyle/>
          <a:p>
            <a:fld id="{FB2FB115-6801-42A4-BE77-362A11867301}" type="slidenum">
              <a:rPr lang="en-US" smtClean="0"/>
              <a:t>64</a:t>
            </a:fld>
            <a:endParaRPr lang="en-US"/>
          </a:p>
        </p:txBody>
      </p:sp>
      <p:pic>
        <p:nvPicPr>
          <p:cNvPr id="7" name="Picture 2">
            <a:extLst>
              <a:ext uri="{FF2B5EF4-FFF2-40B4-BE49-F238E27FC236}">
                <a16:creationId xmlns:a16="http://schemas.microsoft.com/office/drawing/2014/main" id="{1DF8B000-E30A-2F00-E904-4F15A1DEA6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1757082"/>
            <a:ext cx="6237239" cy="4599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056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0408B-398D-2FC8-1B0D-1F452C204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7305E-423F-852B-2468-A59F38B2CC92}"/>
              </a:ext>
            </a:extLst>
          </p:cNvPr>
          <p:cNvSpPr>
            <a:spLocks noGrp="1"/>
          </p:cNvSpPr>
          <p:nvPr>
            <p:ph type="title"/>
          </p:nvPr>
        </p:nvSpPr>
        <p:spPr/>
        <p:txBody>
          <a:bodyPr>
            <a:normAutofit fontScale="90000"/>
          </a:bodyPr>
          <a:lstStyle/>
          <a:p>
            <a:r>
              <a:rPr lang="en-MY" dirty="0"/>
              <a:t>Audit Planning - Audit Checklist</a:t>
            </a:r>
            <a:br>
              <a:rPr lang="en-MY" dirty="0"/>
            </a:br>
            <a:r>
              <a:rPr lang="en-MY" sz="4000" b="0" dirty="0">
                <a:solidFill>
                  <a:schemeClr val="bg1">
                    <a:lumMod val="75000"/>
                  </a:schemeClr>
                </a:solidFill>
              </a:rPr>
              <a:t>Task: Develop Audit Checklist – Sample Answer</a:t>
            </a:r>
            <a:endParaRPr lang="en-MY" dirty="0"/>
          </a:p>
        </p:txBody>
      </p:sp>
      <p:sp>
        <p:nvSpPr>
          <p:cNvPr id="3" name="Content Placeholder 2">
            <a:extLst>
              <a:ext uri="{FF2B5EF4-FFF2-40B4-BE49-F238E27FC236}">
                <a16:creationId xmlns:a16="http://schemas.microsoft.com/office/drawing/2014/main" id="{00634B0F-7A39-C152-F832-9DD157357DC9}"/>
              </a:ext>
            </a:extLst>
          </p:cNvPr>
          <p:cNvSpPr>
            <a:spLocks noGrp="1"/>
          </p:cNvSpPr>
          <p:nvPr>
            <p:ph idx="1"/>
          </p:nvPr>
        </p:nvSpPr>
        <p:spPr/>
        <p:txBody>
          <a:bodyPr/>
          <a:lstStyle/>
          <a:p>
            <a:pPr marL="0" indent="0">
              <a:buNone/>
            </a:pPr>
            <a:r>
              <a:rPr lang="en-US" dirty="0"/>
              <a:t>Step 2: Identify the audit method to obtain audit evidence and the appropriate and sufficient audit evidence as prove of conformance and non-conformance. (Table 2)</a:t>
            </a:r>
            <a:endParaRPr lang="en-US" sz="2400" b="1" dirty="0">
              <a:solidFill>
                <a:srgbClr val="FF0000"/>
              </a:solidFill>
            </a:endParaRPr>
          </a:p>
          <a:p>
            <a:endParaRPr lang="en-MY" dirty="0"/>
          </a:p>
        </p:txBody>
      </p:sp>
      <p:sp>
        <p:nvSpPr>
          <p:cNvPr id="4" name="Date Placeholder 3">
            <a:extLst>
              <a:ext uri="{FF2B5EF4-FFF2-40B4-BE49-F238E27FC236}">
                <a16:creationId xmlns:a16="http://schemas.microsoft.com/office/drawing/2014/main" id="{C6C25D05-E5D1-B6C7-58AB-1D963A099E9B}"/>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B1FE0D0F-5C89-8456-6D01-7F2540429C74}"/>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F2B12C12-B699-0558-5524-AE6F008AAA59}"/>
              </a:ext>
            </a:extLst>
          </p:cNvPr>
          <p:cNvSpPr>
            <a:spLocks noGrp="1"/>
          </p:cNvSpPr>
          <p:nvPr>
            <p:ph type="sldNum" sz="quarter" idx="12"/>
          </p:nvPr>
        </p:nvSpPr>
        <p:spPr/>
        <p:txBody>
          <a:bodyPr/>
          <a:lstStyle/>
          <a:p>
            <a:fld id="{FB2FB115-6801-42A4-BE77-362A11867301}" type="slidenum">
              <a:rPr lang="en-US" smtClean="0"/>
              <a:t>65</a:t>
            </a:fld>
            <a:endParaRPr lang="en-US"/>
          </a:p>
        </p:txBody>
      </p:sp>
      <p:pic>
        <p:nvPicPr>
          <p:cNvPr id="7" name="Picture 2">
            <a:extLst>
              <a:ext uri="{FF2B5EF4-FFF2-40B4-BE49-F238E27FC236}">
                <a16:creationId xmlns:a16="http://schemas.microsoft.com/office/drawing/2014/main" id="{B2548164-68C1-AE47-F2CD-C108D203F8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7550" y="2605703"/>
            <a:ext cx="10196248" cy="2985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51897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C6E3E-028B-93F2-69EE-9B867D056F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FC2BC9-D0B4-059A-C507-3F3F9BE40075}"/>
              </a:ext>
            </a:extLst>
          </p:cNvPr>
          <p:cNvSpPr>
            <a:spLocks noGrp="1"/>
          </p:cNvSpPr>
          <p:nvPr>
            <p:ph type="title"/>
          </p:nvPr>
        </p:nvSpPr>
        <p:spPr/>
        <p:txBody>
          <a:bodyPr>
            <a:normAutofit fontScale="90000"/>
          </a:bodyPr>
          <a:lstStyle/>
          <a:p>
            <a:r>
              <a:rPr lang="en-MY" dirty="0"/>
              <a:t>Audit Planning - Audit Checklist</a:t>
            </a:r>
            <a:br>
              <a:rPr lang="en-MY" dirty="0"/>
            </a:br>
            <a:r>
              <a:rPr lang="en-MY" sz="4000" b="0" dirty="0">
                <a:solidFill>
                  <a:schemeClr val="bg1">
                    <a:lumMod val="75000"/>
                  </a:schemeClr>
                </a:solidFill>
              </a:rPr>
              <a:t>Task: Develop Audit Checklist – Sample Answer</a:t>
            </a:r>
            <a:endParaRPr lang="en-MY" dirty="0"/>
          </a:p>
        </p:txBody>
      </p:sp>
      <p:sp>
        <p:nvSpPr>
          <p:cNvPr id="3" name="Content Placeholder 2">
            <a:extLst>
              <a:ext uri="{FF2B5EF4-FFF2-40B4-BE49-F238E27FC236}">
                <a16:creationId xmlns:a16="http://schemas.microsoft.com/office/drawing/2014/main" id="{D2FD6B9C-FCA2-F7BA-71EF-DBAE6E7E3E64}"/>
              </a:ext>
            </a:extLst>
          </p:cNvPr>
          <p:cNvSpPr>
            <a:spLocks noGrp="1"/>
          </p:cNvSpPr>
          <p:nvPr>
            <p:ph idx="1"/>
          </p:nvPr>
        </p:nvSpPr>
        <p:spPr/>
        <p:txBody>
          <a:bodyPr/>
          <a:lstStyle/>
          <a:p>
            <a:pPr marL="0" indent="0">
              <a:buNone/>
            </a:pPr>
            <a:r>
              <a:rPr lang="en-US" dirty="0"/>
              <a:t>Step 3: Develop the audit checklist question (Table 3)</a:t>
            </a:r>
            <a:endParaRPr lang="en-US" sz="2400" b="1" dirty="0">
              <a:solidFill>
                <a:srgbClr val="FF0000"/>
              </a:solidFill>
            </a:endParaRPr>
          </a:p>
          <a:p>
            <a:endParaRPr lang="en-MY" dirty="0"/>
          </a:p>
        </p:txBody>
      </p:sp>
      <p:sp>
        <p:nvSpPr>
          <p:cNvPr id="4" name="Date Placeholder 3">
            <a:extLst>
              <a:ext uri="{FF2B5EF4-FFF2-40B4-BE49-F238E27FC236}">
                <a16:creationId xmlns:a16="http://schemas.microsoft.com/office/drawing/2014/main" id="{C5090A27-9D46-2ADB-30C4-46804D960630}"/>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55533755-023C-821E-5F0D-3DD0BCCEC09D}"/>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094B1397-7522-52A7-8FEC-8DB6D84AD55A}"/>
              </a:ext>
            </a:extLst>
          </p:cNvPr>
          <p:cNvSpPr>
            <a:spLocks noGrp="1"/>
          </p:cNvSpPr>
          <p:nvPr>
            <p:ph type="sldNum" sz="quarter" idx="12"/>
          </p:nvPr>
        </p:nvSpPr>
        <p:spPr/>
        <p:txBody>
          <a:bodyPr/>
          <a:lstStyle/>
          <a:p>
            <a:fld id="{FB2FB115-6801-42A4-BE77-362A11867301}" type="slidenum">
              <a:rPr lang="en-US" smtClean="0"/>
              <a:t>66</a:t>
            </a:fld>
            <a:endParaRPr lang="en-US"/>
          </a:p>
        </p:txBody>
      </p:sp>
      <p:pic>
        <p:nvPicPr>
          <p:cNvPr id="7" name="Picture 2">
            <a:extLst>
              <a:ext uri="{FF2B5EF4-FFF2-40B4-BE49-F238E27FC236}">
                <a16:creationId xmlns:a16="http://schemas.microsoft.com/office/drawing/2014/main" id="{D1FF6BA2-3235-70D5-E140-A7BA51EF4F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8" y="1687239"/>
            <a:ext cx="8299450" cy="466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467038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9626B-4247-3113-1C28-6CF72917D1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DC76A9-1FDE-D76F-046D-7F5A399674B0}"/>
              </a:ext>
            </a:extLst>
          </p:cNvPr>
          <p:cNvSpPr>
            <a:spLocks noGrp="1"/>
          </p:cNvSpPr>
          <p:nvPr>
            <p:ph type="title"/>
          </p:nvPr>
        </p:nvSpPr>
        <p:spPr/>
        <p:txBody>
          <a:bodyPr>
            <a:normAutofit fontScale="90000"/>
          </a:bodyPr>
          <a:lstStyle/>
          <a:p>
            <a:r>
              <a:rPr lang="en-MY" dirty="0"/>
              <a:t>Audit Planning - Audit Checklist</a:t>
            </a:r>
            <a:br>
              <a:rPr lang="en-MY" dirty="0"/>
            </a:br>
            <a:r>
              <a:rPr lang="en-MY" sz="4000" b="0" dirty="0">
                <a:solidFill>
                  <a:schemeClr val="bg1">
                    <a:lumMod val="75000"/>
                  </a:schemeClr>
                </a:solidFill>
              </a:rPr>
              <a:t>Task: Develop Audit Checklist – Sample Answer</a:t>
            </a:r>
            <a:endParaRPr lang="en-MY" dirty="0"/>
          </a:p>
        </p:txBody>
      </p:sp>
      <p:sp>
        <p:nvSpPr>
          <p:cNvPr id="3" name="Content Placeholder 2">
            <a:extLst>
              <a:ext uri="{FF2B5EF4-FFF2-40B4-BE49-F238E27FC236}">
                <a16:creationId xmlns:a16="http://schemas.microsoft.com/office/drawing/2014/main" id="{A75E1FD2-4934-8087-3276-94804D92EFEF}"/>
              </a:ext>
            </a:extLst>
          </p:cNvPr>
          <p:cNvSpPr>
            <a:spLocks noGrp="1"/>
          </p:cNvSpPr>
          <p:nvPr>
            <p:ph idx="1"/>
          </p:nvPr>
        </p:nvSpPr>
        <p:spPr/>
        <p:txBody>
          <a:bodyPr/>
          <a:lstStyle/>
          <a:p>
            <a:pPr marL="0" indent="0">
              <a:buNone/>
            </a:pPr>
            <a:r>
              <a:rPr lang="en-US" dirty="0"/>
              <a:t>Here's a sample of  the audit checklist when in use</a:t>
            </a:r>
            <a:endParaRPr lang="en-US" sz="2400" b="1" dirty="0">
              <a:solidFill>
                <a:srgbClr val="FF0000"/>
              </a:solidFill>
            </a:endParaRPr>
          </a:p>
          <a:p>
            <a:endParaRPr lang="en-MY" dirty="0"/>
          </a:p>
        </p:txBody>
      </p:sp>
      <p:sp>
        <p:nvSpPr>
          <p:cNvPr id="4" name="Date Placeholder 3">
            <a:extLst>
              <a:ext uri="{FF2B5EF4-FFF2-40B4-BE49-F238E27FC236}">
                <a16:creationId xmlns:a16="http://schemas.microsoft.com/office/drawing/2014/main" id="{6B8A84B9-7BBB-2E81-9FB3-0F38FAAFA891}"/>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BFECE2DC-6208-0D00-B3FD-F7C1270ECCAA}"/>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7A943476-04ED-8A2C-38D3-D82B8CF7653F}"/>
              </a:ext>
            </a:extLst>
          </p:cNvPr>
          <p:cNvSpPr>
            <a:spLocks noGrp="1"/>
          </p:cNvSpPr>
          <p:nvPr>
            <p:ph type="sldNum" sz="quarter" idx="12"/>
          </p:nvPr>
        </p:nvSpPr>
        <p:spPr/>
        <p:txBody>
          <a:bodyPr/>
          <a:lstStyle/>
          <a:p>
            <a:fld id="{FB2FB115-6801-42A4-BE77-362A11867301}" type="slidenum">
              <a:rPr lang="en-US" smtClean="0"/>
              <a:t>67</a:t>
            </a:fld>
            <a:endParaRPr lang="en-US"/>
          </a:p>
        </p:txBody>
      </p:sp>
      <p:pic>
        <p:nvPicPr>
          <p:cNvPr id="7" name="Picture 2">
            <a:extLst>
              <a:ext uri="{FF2B5EF4-FFF2-40B4-BE49-F238E27FC236}">
                <a16:creationId xmlns:a16="http://schemas.microsoft.com/office/drawing/2014/main" id="{4DE733D2-00AD-415E-363B-890AB7E3E9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8" y="2093723"/>
            <a:ext cx="10515599" cy="2801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37453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9A7BF-8E66-8D05-2A8C-EF07A08B8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0D0FBC-DBC6-72CA-2E32-68342470CA16}"/>
              </a:ext>
            </a:extLst>
          </p:cNvPr>
          <p:cNvSpPr>
            <a:spLocks noGrp="1"/>
          </p:cNvSpPr>
          <p:nvPr>
            <p:ph type="title"/>
          </p:nvPr>
        </p:nvSpPr>
        <p:spPr/>
        <p:txBody>
          <a:bodyPr>
            <a:normAutofit fontScale="90000"/>
          </a:bodyPr>
          <a:lstStyle/>
          <a:p>
            <a:r>
              <a:rPr lang="en-MY" dirty="0"/>
              <a:t>Audit Planning - Audit Checklist</a:t>
            </a:r>
            <a:br>
              <a:rPr lang="en-MY" dirty="0"/>
            </a:br>
            <a:r>
              <a:rPr lang="en-MY" sz="4000" b="0" dirty="0">
                <a:solidFill>
                  <a:schemeClr val="bg1">
                    <a:lumMod val="75000"/>
                  </a:schemeClr>
                </a:solidFill>
              </a:rPr>
              <a:t>Task: Develop Audit Checklist</a:t>
            </a:r>
            <a:endParaRPr lang="en-MY" dirty="0"/>
          </a:p>
        </p:txBody>
      </p:sp>
      <p:sp>
        <p:nvSpPr>
          <p:cNvPr id="3" name="Content Placeholder 2">
            <a:extLst>
              <a:ext uri="{FF2B5EF4-FFF2-40B4-BE49-F238E27FC236}">
                <a16:creationId xmlns:a16="http://schemas.microsoft.com/office/drawing/2014/main" id="{A579822E-CCB0-E3FE-5CE4-1F945194492F}"/>
              </a:ext>
            </a:extLst>
          </p:cNvPr>
          <p:cNvSpPr>
            <a:spLocks noGrp="1"/>
          </p:cNvSpPr>
          <p:nvPr>
            <p:ph idx="1"/>
          </p:nvPr>
        </p:nvSpPr>
        <p:spPr/>
        <p:txBody>
          <a:bodyPr>
            <a:normAutofit fontScale="62500" lnSpcReduction="20000"/>
          </a:bodyPr>
          <a:lstStyle/>
          <a:p>
            <a:pPr marL="0" indent="0" algn="just">
              <a:buNone/>
            </a:pPr>
            <a:r>
              <a:rPr lang="en-US" b="1" dirty="0"/>
              <a:t>Develop audit criteria's important parameter (checklist point) for Halal Raw Material</a:t>
            </a:r>
          </a:p>
          <a:p>
            <a:pPr algn="just"/>
            <a:endParaRPr lang="en-US" dirty="0"/>
          </a:p>
          <a:p>
            <a:pPr marL="0" indent="0" algn="just">
              <a:buNone/>
            </a:pPr>
            <a:r>
              <a:rPr lang="en-US" dirty="0"/>
              <a:t>As the company’s internal auditor, you need to create a checklist before conducting Halal Internal Audit. The checklist is for Halal Raw Material. Based on the given clauses related to Halal Raw Material given below, you are required to develop a checklist question to facilitate the Halal Internal Audit program and activities.</a:t>
            </a:r>
          </a:p>
          <a:p>
            <a:pPr algn="just"/>
            <a:endParaRPr lang="en-US" dirty="0"/>
          </a:p>
          <a:p>
            <a:pPr marL="0" indent="0" algn="just">
              <a:buNone/>
            </a:pPr>
            <a:r>
              <a:rPr lang="en-US" dirty="0"/>
              <a:t>What you need to do:</a:t>
            </a:r>
          </a:p>
          <a:p>
            <a:pPr algn="just"/>
            <a:endParaRPr lang="en-US" dirty="0"/>
          </a:p>
          <a:p>
            <a:pPr marL="400050" indent="-400050" algn="just">
              <a:buFont typeface="+mj-lt"/>
              <a:buAutoNum type="romanLcPeriod"/>
            </a:pPr>
            <a:r>
              <a:rPr lang="en-US" dirty="0"/>
              <a:t>You are to identify one requirement at a time from all the main references (MHCPM, MHMS, MS). This requirement is also known as the audit criteria (clauses from the main references).</a:t>
            </a:r>
          </a:p>
          <a:p>
            <a:pPr marL="400050" indent="-400050" algn="just">
              <a:buFont typeface="+mj-lt"/>
              <a:buAutoNum type="romanLcPeriod"/>
            </a:pPr>
            <a:r>
              <a:rPr lang="en-US" dirty="0"/>
              <a:t>Then, define the audit criteria important parameter (audit checklist point) from all the main references and </a:t>
            </a:r>
            <a:r>
              <a:rPr lang="en-US" dirty="0" err="1"/>
              <a:t>categorise</a:t>
            </a:r>
            <a:r>
              <a:rPr lang="en-US" dirty="0"/>
              <a:t> them (Table 1).</a:t>
            </a:r>
          </a:p>
          <a:p>
            <a:pPr marL="400050" indent="-400050" algn="just">
              <a:buFont typeface="+mj-lt"/>
              <a:buAutoNum type="romanLcPeriod"/>
            </a:pPr>
            <a:r>
              <a:rPr lang="en-US" dirty="0"/>
              <a:t>After that, identify the audit method to use in obtaining the audit evidence as prove of conformance and non-conformance (Table 2).</a:t>
            </a:r>
          </a:p>
          <a:p>
            <a:pPr marL="400050" indent="-400050" algn="just">
              <a:buFont typeface="+mj-lt"/>
              <a:buAutoNum type="romanLcPeriod"/>
            </a:pPr>
            <a:r>
              <a:rPr lang="en-US" dirty="0"/>
              <a:t>Finally, develop the audit checklist questions (Table 3).</a:t>
            </a:r>
          </a:p>
          <a:p>
            <a:pPr marL="400050" indent="-400050" algn="just">
              <a:buFont typeface="+mj-lt"/>
              <a:buAutoNum type="romanLcPeriod"/>
            </a:pPr>
            <a:endParaRPr lang="en-US" dirty="0"/>
          </a:p>
          <a:p>
            <a:pPr algn="just"/>
            <a:r>
              <a:rPr lang="en-US" b="1" dirty="0">
                <a:solidFill>
                  <a:srgbClr val="FF0000"/>
                </a:solidFill>
              </a:rPr>
              <a:t>REFER: CLAUSES FROM MAIN REFERENCES – HALAL RAW MATERIAL</a:t>
            </a:r>
          </a:p>
          <a:p>
            <a:pPr marL="0" indent="0">
              <a:buNone/>
            </a:pPr>
            <a:endParaRPr lang="en-MY" dirty="0"/>
          </a:p>
        </p:txBody>
      </p:sp>
      <p:sp>
        <p:nvSpPr>
          <p:cNvPr id="4" name="Date Placeholder 3">
            <a:extLst>
              <a:ext uri="{FF2B5EF4-FFF2-40B4-BE49-F238E27FC236}">
                <a16:creationId xmlns:a16="http://schemas.microsoft.com/office/drawing/2014/main" id="{48CD80E6-4E95-E55D-D05B-8D3E398F7F55}"/>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BA6D49EB-3357-CE28-2C7F-32936F2C3E87}"/>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ED6C7BC0-744E-6098-DB63-CF8AFD240E4A}"/>
              </a:ext>
            </a:extLst>
          </p:cNvPr>
          <p:cNvSpPr>
            <a:spLocks noGrp="1"/>
          </p:cNvSpPr>
          <p:nvPr>
            <p:ph type="sldNum" sz="quarter" idx="12"/>
          </p:nvPr>
        </p:nvSpPr>
        <p:spPr/>
        <p:txBody>
          <a:bodyPr/>
          <a:lstStyle/>
          <a:p>
            <a:fld id="{FB2FB115-6801-42A4-BE77-362A11867301}" type="slidenum">
              <a:rPr lang="en-US" smtClean="0"/>
              <a:t>68</a:t>
            </a:fld>
            <a:endParaRPr lang="en-US"/>
          </a:p>
        </p:txBody>
      </p:sp>
    </p:spTree>
    <p:extLst>
      <p:ext uri="{BB962C8B-B14F-4D97-AF65-F5344CB8AC3E}">
        <p14:creationId xmlns:p14="http://schemas.microsoft.com/office/powerpoint/2010/main" val="41782750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A3AD3-7861-CB40-5E60-BA35AE964B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595D17-93D6-A86A-F489-E1C437062442}"/>
              </a:ext>
            </a:extLst>
          </p:cNvPr>
          <p:cNvSpPr>
            <a:spLocks noGrp="1"/>
          </p:cNvSpPr>
          <p:nvPr>
            <p:ph type="title"/>
          </p:nvPr>
        </p:nvSpPr>
        <p:spPr/>
        <p:txBody>
          <a:bodyPr/>
          <a:lstStyle/>
          <a:p>
            <a:endParaRPr lang="en-MY" dirty="0"/>
          </a:p>
        </p:txBody>
      </p:sp>
      <p:sp>
        <p:nvSpPr>
          <p:cNvPr id="3" name="Content Placeholder 2">
            <a:extLst>
              <a:ext uri="{FF2B5EF4-FFF2-40B4-BE49-F238E27FC236}">
                <a16:creationId xmlns:a16="http://schemas.microsoft.com/office/drawing/2014/main" id="{9D0E79DD-466B-2A9B-2319-CB31D03FF310}"/>
              </a:ext>
            </a:extLst>
          </p:cNvPr>
          <p:cNvSpPr>
            <a:spLocks noGrp="1"/>
          </p:cNvSpPr>
          <p:nvPr>
            <p:ph idx="1"/>
          </p:nvPr>
        </p:nvSpPr>
        <p:spPr/>
        <p:txBody>
          <a:bodyPr>
            <a:normAutofit fontScale="85000" lnSpcReduction="20000"/>
          </a:bodyPr>
          <a:lstStyle/>
          <a:p>
            <a:pPr algn="just"/>
            <a:r>
              <a:rPr lang="en-US" sz="3200" i="1" dirty="0">
                <a:solidFill>
                  <a:schemeClr val="tx2">
                    <a:lumMod val="50000"/>
                  </a:schemeClr>
                </a:solidFill>
              </a:rPr>
              <a:t>Task: Develop Audit Criteria</a:t>
            </a:r>
          </a:p>
          <a:p>
            <a:pPr algn="just"/>
            <a:r>
              <a:rPr lang="en-US" dirty="0"/>
              <a:t>Once you have analyzed the clauses for halal raw material, use the template given to develop the audit criteria's important parameter that suits the clauses for halal raw material.</a:t>
            </a:r>
          </a:p>
          <a:p>
            <a:pPr algn="just"/>
            <a:endParaRPr lang="en-US" dirty="0"/>
          </a:p>
          <a:p>
            <a:pPr algn="just"/>
            <a:r>
              <a:rPr lang="en-US" sz="3200" i="1" dirty="0">
                <a:solidFill>
                  <a:schemeClr val="accent2">
                    <a:lumMod val="50000"/>
                  </a:schemeClr>
                </a:solidFill>
              </a:rPr>
              <a:t>Task: Identify &amp; Develop Audit Method &amp; Audit Objective Evidence</a:t>
            </a:r>
            <a:endParaRPr lang="en-US" sz="3200" i="1" dirty="0"/>
          </a:p>
          <a:p>
            <a:pPr algn="just"/>
            <a:r>
              <a:rPr lang="en-US" dirty="0"/>
              <a:t>Based on the same scenario, you are to conduct step (2), which is to identify and develop audit method and audit objective evidence to obtain during an audit in Audit Checklist for halal raw material using the template given.</a:t>
            </a:r>
          </a:p>
          <a:p>
            <a:pPr algn="just"/>
            <a:endParaRPr lang="en-US" dirty="0">
              <a:solidFill>
                <a:schemeClr val="accent2">
                  <a:lumMod val="50000"/>
                </a:schemeClr>
              </a:solidFill>
            </a:endParaRPr>
          </a:p>
          <a:p>
            <a:pPr algn="just"/>
            <a:r>
              <a:rPr lang="en-US" sz="3200" i="1" dirty="0">
                <a:solidFill>
                  <a:schemeClr val="accent2">
                    <a:lumMod val="50000"/>
                  </a:schemeClr>
                </a:solidFill>
              </a:rPr>
              <a:t>Task: Develop Audit Checklist Question</a:t>
            </a:r>
          </a:p>
          <a:p>
            <a:pPr algn="just"/>
            <a:r>
              <a:rPr lang="en-US" dirty="0"/>
              <a:t>Finally, you are to develop audit checklist questions based on the audit criteria elements and the identified audit method, objective and evidence required for halal raw material.</a:t>
            </a:r>
          </a:p>
          <a:p>
            <a:endParaRPr lang="en-MY" dirty="0"/>
          </a:p>
        </p:txBody>
      </p:sp>
      <p:sp>
        <p:nvSpPr>
          <p:cNvPr id="4" name="Date Placeholder 3">
            <a:extLst>
              <a:ext uri="{FF2B5EF4-FFF2-40B4-BE49-F238E27FC236}">
                <a16:creationId xmlns:a16="http://schemas.microsoft.com/office/drawing/2014/main" id="{B7BBF195-199C-E254-B7C4-EC5F884CB12B}"/>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AF42375E-F3FF-10D5-262A-C561DC4A122F}"/>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0222DCA1-6FD9-1580-7B8E-39771B104C51}"/>
              </a:ext>
            </a:extLst>
          </p:cNvPr>
          <p:cNvSpPr>
            <a:spLocks noGrp="1"/>
          </p:cNvSpPr>
          <p:nvPr>
            <p:ph type="sldNum" sz="quarter" idx="12"/>
          </p:nvPr>
        </p:nvSpPr>
        <p:spPr/>
        <p:txBody>
          <a:bodyPr/>
          <a:lstStyle/>
          <a:p>
            <a:fld id="{FB2FB115-6801-42A4-BE77-362A11867301}" type="slidenum">
              <a:rPr lang="en-US" smtClean="0"/>
              <a:t>69</a:t>
            </a:fld>
            <a:endParaRPr lang="en-US"/>
          </a:p>
        </p:txBody>
      </p:sp>
    </p:spTree>
    <p:extLst>
      <p:ext uri="{BB962C8B-B14F-4D97-AF65-F5344CB8AC3E}">
        <p14:creationId xmlns:p14="http://schemas.microsoft.com/office/powerpoint/2010/main" val="39235187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976F0-DCB7-C38E-66F0-01D2112381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E7D05-2FFA-0283-C873-5245D335F1C0}"/>
              </a:ext>
            </a:extLst>
          </p:cNvPr>
          <p:cNvSpPr>
            <a:spLocks noGrp="1"/>
          </p:cNvSpPr>
          <p:nvPr>
            <p:ph type="title"/>
          </p:nvPr>
        </p:nvSpPr>
        <p:spPr/>
        <p:txBody>
          <a:bodyPr>
            <a:normAutofit fontScale="90000"/>
          </a:bodyPr>
          <a:lstStyle/>
          <a:p>
            <a:r>
              <a:rPr lang="en-MY" dirty="0"/>
              <a:t>Audit Planning - Audit Checklist</a:t>
            </a:r>
            <a:br>
              <a:rPr lang="en-MY" dirty="0"/>
            </a:br>
            <a:r>
              <a:rPr lang="en-MY" sz="4000" b="0" dirty="0">
                <a:solidFill>
                  <a:schemeClr val="bg1">
                    <a:lumMod val="75000"/>
                  </a:schemeClr>
                </a:solidFill>
              </a:rPr>
              <a:t>Task: Develop Audit Checklist</a:t>
            </a:r>
            <a:endParaRPr lang="en-MY" dirty="0"/>
          </a:p>
        </p:txBody>
      </p:sp>
      <p:sp>
        <p:nvSpPr>
          <p:cNvPr id="3" name="Content Placeholder 2">
            <a:extLst>
              <a:ext uri="{FF2B5EF4-FFF2-40B4-BE49-F238E27FC236}">
                <a16:creationId xmlns:a16="http://schemas.microsoft.com/office/drawing/2014/main" id="{195005DD-D53B-9488-0B91-FDEB606525E9}"/>
              </a:ext>
            </a:extLst>
          </p:cNvPr>
          <p:cNvSpPr>
            <a:spLocks noGrp="1"/>
          </p:cNvSpPr>
          <p:nvPr>
            <p:ph idx="1"/>
          </p:nvPr>
        </p:nvSpPr>
        <p:spPr/>
        <p:txBody>
          <a:bodyPr/>
          <a:lstStyle/>
          <a:p>
            <a:pPr marL="0" indent="0" algn="just">
              <a:buNone/>
            </a:pPr>
            <a:r>
              <a:rPr lang="en-US" dirty="0"/>
              <a:t>Great job! Now you are ready to create your own audit checklist. Here are some other options that you can work on. Try and develop the audit checklist's important parameter (checklist point) for these items. </a:t>
            </a:r>
          </a:p>
          <a:p>
            <a:endParaRPr lang="en-MY" dirty="0"/>
          </a:p>
        </p:txBody>
      </p:sp>
      <p:sp>
        <p:nvSpPr>
          <p:cNvPr id="4" name="Date Placeholder 3">
            <a:extLst>
              <a:ext uri="{FF2B5EF4-FFF2-40B4-BE49-F238E27FC236}">
                <a16:creationId xmlns:a16="http://schemas.microsoft.com/office/drawing/2014/main" id="{DD84BD6D-A7DB-90B9-A649-136C90CC00A5}"/>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4AF54E80-BE63-3F0A-29B3-21174F477051}"/>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5DFDFA2F-0577-66E5-34DD-3928E5783CEB}"/>
              </a:ext>
            </a:extLst>
          </p:cNvPr>
          <p:cNvSpPr>
            <a:spLocks noGrp="1"/>
          </p:cNvSpPr>
          <p:nvPr>
            <p:ph type="sldNum" sz="quarter" idx="12"/>
          </p:nvPr>
        </p:nvSpPr>
        <p:spPr/>
        <p:txBody>
          <a:bodyPr/>
          <a:lstStyle/>
          <a:p>
            <a:fld id="{FB2FB115-6801-42A4-BE77-362A11867301}" type="slidenum">
              <a:rPr lang="en-US" smtClean="0"/>
              <a:t>70</a:t>
            </a:fld>
            <a:endParaRPr lang="en-US"/>
          </a:p>
        </p:txBody>
      </p:sp>
      <p:pic>
        <p:nvPicPr>
          <p:cNvPr id="7" name="Picture 6">
            <a:extLst>
              <a:ext uri="{FF2B5EF4-FFF2-40B4-BE49-F238E27FC236}">
                <a16:creationId xmlns:a16="http://schemas.microsoft.com/office/drawing/2014/main" id="{5AACBD95-249D-446E-EB93-14AA42743C64}"/>
              </a:ext>
            </a:extLst>
          </p:cNvPr>
          <p:cNvPicPr>
            <a:picLocks noChangeAspect="1"/>
          </p:cNvPicPr>
          <p:nvPr/>
        </p:nvPicPr>
        <p:blipFill>
          <a:blip r:embed="rId2"/>
          <a:stretch>
            <a:fillRect/>
          </a:stretch>
        </p:blipFill>
        <p:spPr>
          <a:xfrm>
            <a:off x="3128684" y="2547247"/>
            <a:ext cx="5481917" cy="3629716"/>
          </a:xfrm>
          <a:prstGeom prst="rect">
            <a:avLst/>
          </a:prstGeom>
        </p:spPr>
      </p:pic>
    </p:spTree>
    <p:extLst>
      <p:ext uri="{BB962C8B-B14F-4D97-AF65-F5344CB8AC3E}">
        <p14:creationId xmlns:p14="http://schemas.microsoft.com/office/powerpoint/2010/main" val="21425953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B4F65-9722-8A4A-E5F1-13A4FA4D08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6C4EB3-ECF5-AC7A-1E30-D18B020AF471}"/>
              </a:ext>
            </a:extLst>
          </p:cNvPr>
          <p:cNvSpPr>
            <a:spLocks noGrp="1"/>
          </p:cNvSpPr>
          <p:nvPr>
            <p:ph type="title"/>
          </p:nvPr>
        </p:nvSpPr>
        <p:spPr/>
        <p:txBody>
          <a:bodyPr/>
          <a:lstStyle/>
          <a:p>
            <a:r>
              <a:rPr lang="en-MY" dirty="0"/>
              <a:t>Audit Planning – Informing The Auditee</a:t>
            </a:r>
          </a:p>
        </p:txBody>
      </p:sp>
      <p:sp>
        <p:nvSpPr>
          <p:cNvPr id="3" name="Content Placeholder 2">
            <a:extLst>
              <a:ext uri="{FF2B5EF4-FFF2-40B4-BE49-F238E27FC236}">
                <a16:creationId xmlns:a16="http://schemas.microsoft.com/office/drawing/2014/main" id="{25B980E9-BD87-C68F-9514-1EBA313E3F53}"/>
              </a:ext>
            </a:extLst>
          </p:cNvPr>
          <p:cNvSpPr>
            <a:spLocks noGrp="1"/>
          </p:cNvSpPr>
          <p:nvPr>
            <p:ph idx="1"/>
          </p:nvPr>
        </p:nvSpPr>
        <p:spPr/>
        <p:txBody>
          <a:bodyPr/>
          <a:lstStyle/>
          <a:p>
            <a:pPr algn="just"/>
            <a:r>
              <a:rPr lang="en-US" dirty="0"/>
              <a:t>Contacting the auditee is the final stage in audit planning. The auditor has to communicate the audit plan to the auditee in a formal manner.</a:t>
            </a:r>
          </a:p>
          <a:p>
            <a:pPr algn="just"/>
            <a:r>
              <a:rPr lang="en-US" dirty="0"/>
              <a:t>The diagram below shows the communication that should be done between the auditor and auditee during this stage.</a:t>
            </a:r>
          </a:p>
          <a:p>
            <a:endParaRPr lang="en-MY" dirty="0"/>
          </a:p>
        </p:txBody>
      </p:sp>
      <p:sp>
        <p:nvSpPr>
          <p:cNvPr id="4" name="Date Placeholder 3">
            <a:extLst>
              <a:ext uri="{FF2B5EF4-FFF2-40B4-BE49-F238E27FC236}">
                <a16:creationId xmlns:a16="http://schemas.microsoft.com/office/drawing/2014/main" id="{931C2787-3B38-85DC-CCD6-5EB1337CC3A0}"/>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CEA475AE-6FAA-BDB2-A064-8A0B0AD31836}"/>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2E1A43B5-2A0A-20AE-4375-BA1457D44E31}"/>
              </a:ext>
            </a:extLst>
          </p:cNvPr>
          <p:cNvSpPr>
            <a:spLocks noGrp="1"/>
          </p:cNvSpPr>
          <p:nvPr>
            <p:ph type="sldNum" sz="quarter" idx="12"/>
          </p:nvPr>
        </p:nvSpPr>
        <p:spPr/>
        <p:txBody>
          <a:bodyPr/>
          <a:lstStyle/>
          <a:p>
            <a:fld id="{FB2FB115-6801-42A4-BE77-362A11867301}" type="slidenum">
              <a:rPr lang="en-US" smtClean="0"/>
              <a:t>71</a:t>
            </a:fld>
            <a:endParaRPr lang="en-US"/>
          </a:p>
        </p:txBody>
      </p:sp>
      <p:pic>
        <p:nvPicPr>
          <p:cNvPr id="7" name="Picture 2">
            <a:extLst>
              <a:ext uri="{FF2B5EF4-FFF2-40B4-BE49-F238E27FC236}">
                <a16:creationId xmlns:a16="http://schemas.microsoft.com/office/drawing/2014/main" id="{BEF77B91-D37E-22EC-A95C-8AADB056A5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1" y="3007737"/>
            <a:ext cx="6702425" cy="3348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08887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C31BA-36E2-1302-6D84-74AC7D340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939126-7BEF-EF24-935A-042C7E10F42F}"/>
              </a:ext>
            </a:extLst>
          </p:cNvPr>
          <p:cNvSpPr>
            <a:spLocks noGrp="1"/>
          </p:cNvSpPr>
          <p:nvPr>
            <p:ph type="title"/>
          </p:nvPr>
        </p:nvSpPr>
        <p:spPr/>
        <p:txBody>
          <a:bodyPr/>
          <a:lstStyle/>
          <a:p>
            <a:r>
              <a:rPr lang="en-MY" dirty="0"/>
              <a:t>Audit Planning – Informing The Auditee</a:t>
            </a:r>
          </a:p>
        </p:txBody>
      </p:sp>
      <p:sp>
        <p:nvSpPr>
          <p:cNvPr id="3" name="Content Placeholder 2">
            <a:extLst>
              <a:ext uri="{FF2B5EF4-FFF2-40B4-BE49-F238E27FC236}">
                <a16:creationId xmlns:a16="http://schemas.microsoft.com/office/drawing/2014/main" id="{0EE2175B-0B7C-D174-EB10-258C20CB2EE7}"/>
              </a:ext>
            </a:extLst>
          </p:cNvPr>
          <p:cNvSpPr>
            <a:spLocks noGrp="1"/>
          </p:cNvSpPr>
          <p:nvPr>
            <p:ph idx="1"/>
          </p:nvPr>
        </p:nvSpPr>
        <p:spPr/>
        <p:txBody>
          <a:bodyPr>
            <a:normAutofit fontScale="77500" lnSpcReduction="20000"/>
          </a:bodyPr>
          <a:lstStyle/>
          <a:p>
            <a:pPr marL="0" indent="0" algn="just">
              <a:buNone/>
            </a:pPr>
            <a:r>
              <a:rPr lang="en-US" sz="3100" b="1" dirty="0"/>
              <a:t>Why do you need to inform the auditee?</a:t>
            </a:r>
          </a:p>
          <a:p>
            <a:pPr algn="just"/>
            <a:endParaRPr lang="en-US" dirty="0"/>
          </a:p>
          <a:p>
            <a:pPr marL="342900" indent="-342900" algn="just"/>
            <a:r>
              <a:rPr lang="en-US" dirty="0"/>
              <a:t>To establish communication with auditee</a:t>
            </a:r>
          </a:p>
          <a:p>
            <a:pPr marL="342900" indent="-342900" algn="just"/>
            <a:r>
              <a:rPr lang="en-US" dirty="0"/>
              <a:t>To confirm the authority to conduct the audit</a:t>
            </a:r>
          </a:p>
          <a:p>
            <a:pPr marL="342900" indent="-342900" algn="just"/>
            <a:r>
              <a:rPr lang="en-US" dirty="0"/>
              <a:t>To provide information on the audit plan</a:t>
            </a:r>
          </a:p>
          <a:p>
            <a:pPr marL="342900" indent="-342900" algn="just"/>
            <a:r>
              <a:rPr lang="en-US" dirty="0"/>
              <a:t>To confirm the agreement regarding the extent of disclosure and the treatment of information confidentiality</a:t>
            </a:r>
          </a:p>
          <a:p>
            <a:pPr marL="342900" indent="-342900" algn="just"/>
            <a:r>
              <a:rPr lang="en-US" dirty="0"/>
              <a:t>Agreement for audit activities and schedules</a:t>
            </a:r>
          </a:p>
          <a:p>
            <a:pPr marL="342900" indent="-342900" algn="just"/>
            <a:r>
              <a:rPr lang="en-US" dirty="0"/>
              <a:t>Determine the specific requirement for access, security, health and safety and others</a:t>
            </a:r>
          </a:p>
          <a:p>
            <a:pPr marL="342900" indent="-342900" algn="just"/>
            <a:r>
              <a:rPr lang="en-US" dirty="0"/>
              <a:t>Agree on the attendance of team member for any accompanying personnel observer, trainee or guide</a:t>
            </a:r>
          </a:p>
          <a:p>
            <a:pPr marL="342900" indent="-342900" algn="just"/>
            <a:endParaRPr lang="en-US" dirty="0"/>
          </a:p>
          <a:p>
            <a:pPr algn="just"/>
            <a:r>
              <a:rPr lang="en-US" dirty="0">
                <a:solidFill>
                  <a:srgbClr val="FF0000"/>
                </a:solidFill>
              </a:rPr>
              <a:t>Refer : Opening Meeting Agenda &amp; Halal Internal Audit Planning</a:t>
            </a:r>
          </a:p>
          <a:p>
            <a:endParaRPr lang="en-MY" dirty="0"/>
          </a:p>
        </p:txBody>
      </p:sp>
      <p:sp>
        <p:nvSpPr>
          <p:cNvPr id="4" name="Date Placeholder 3">
            <a:extLst>
              <a:ext uri="{FF2B5EF4-FFF2-40B4-BE49-F238E27FC236}">
                <a16:creationId xmlns:a16="http://schemas.microsoft.com/office/drawing/2014/main" id="{4BEC1FCD-8276-63FE-601D-BEEB41A8525A}"/>
              </a:ext>
            </a:extLst>
          </p:cNvPr>
          <p:cNvSpPr>
            <a:spLocks noGrp="1"/>
          </p:cNvSpPr>
          <p:nvPr>
            <p:ph type="dt" sz="half" idx="10"/>
          </p:nvPr>
        </p:nvSpPr>
        <p:spPr/>
        <p:txBody>
          <a:bodyPr/>
          <a:lstStyle/>
          <a:p>
            <a:r>
              <a:rPr lang="en-US"/>
              <a:t>© 2026 HDC Berhad </a:t>
            </a:r>
            <a:endParaRPr lang="en-US" dirty="0"/>
          </a:p>
        </p:txBody>
      </p:sp>
      <p:sp>
        <p:nvSpPr>
          <p:cNvPr id="5" name="Footer Placeholder 4">
            <a:extLst>
              <a:ext uri="{FF2B5EF4-FFF2-40B4-BE49-F238E27FC236}">
                <a16:creationId xmlns:a16="http://schemas.microsoft.com/office/drawing/2014/main" id="{ABFCB0F5-D5FB-EA34-0919-4833F7A5B6AB}"/>
              </a:ext>
            </a:extLst>
          </p:cNvPr>
          <p:cNvSpPr>
            <a:spLocks noGrp="1"/>
          </p:cNvSpPr>
          <p:nvPr>
            <p:ph type="ftr" sz="quarter" idx="11"/>
          </p:nvPr>
        </p:nvSpPr>
        <p:spPr/>
        <p:txBody>
          <a:bodyPr/>
          <a:lstStyle/>
          <a:p>
            <a:r>
              <a:rPr lang="en-US"/>
              <a:t>www.hdcglobal.com</a:t>
            </a:r>
          </a:p>
        </p:txBody>
      </p:sp>
      <p:sp>
        <p:nvSpPr>
          <p:cNvPr id="6" name="Slide Number Placeholder 5">
            <a:extLst>
              <a:ext uri="{FF2B5EF4-FFF2-40B4-BE49-F238E27FC236}">
                <a16:creationId xmlns:a16="http://schemas.microsoft.com/office/drawing/2014/main" id="{519D2DCD-4E13-7012-F8CF-159E5D9C799B}"/>
              </a:ext>
            </a:extLst>
          </p:cNvPr>
          <p:cNvSpPr>
            <a:spLocks noGrp="1"/>
          </p:cNvSpPr>
          <p:nvPr>
            <p:ph type="sldNum" sz="quarter" idx="12"/>
          </p:nvPr>
        </p:nvSpPr>
        <p:spPr/>
        <p:txBody>
          <a:bodyPr/>
          <a:lstStyle/>
          <a:p>
            <a:fld id="{FB2FB115-6801-42A4-BE77-362A11867301}" type="slidenum">
              <a:rPr lang="en-US" smtClean="0"/>
              <a:t>72</a:t>
            </a:fld>
            <a:endParaRPr lang="en-US"/>
          </a:p>
        </p:txBody>
      </p:sp>
    </p:spTree>
    <p:extLst>
      <p:ext uri="{BB962C8B-B14F-4D97-AF65-F5344CB8AC3E}">
        <p14:creationId xmlns:p14="http://schemas.microsoft.com/office/powerpoint/2010/main" val="2803522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rgbClr val="02468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TextBox 5"/>
          <p:cNvSpPr txBox="1"/>
          <p:nvPr/>
        </p:nvSpPr>
        <p:spPr>
          <a:xfrm>
            <a:off x="4574002" y="6035358"/>
            <a:ext cx="2801023" cy="461665"/>
          </a:xfrm>
          <a:prstGeom prst="rect">
            <a:avLst/>
          </a:prstGeom>
          <a:noFill/>
        </p:spPr>
        <p:txBody>
          <a:bodyPr wrap="none" rtlCol="0">
            <a:spAutoFit/>
          </a:bodyPr>
          <a:lstStyle/>
          <a:p>
            <a:r>
              <a:rPr lang="en-US" sz="2400" b="1" dirty="0">
                <a:solidFill>
                  <a:schemeClr val="accent6">
                    <a:lumMod val="75000"/>
                  </a:schemeClr>
                </a:solidFill>
                <a:latin typeface="TitilliumMaps26L" pitchFamily="50" charset="0"/>
              </a:rPr>
              <a:t>www.hdcglobal.com</a:t>
            </a:r>
          </a:p>
        </p:txBody>
      </p:sp>
      <p:pic>
        <p:nvPicPr>
          <p:cNvPr id="2" name="Picture 1">
            <a:extLst>
              <a:ext uri="{FF2B5EF4-FFF2-40B4-BE49-F238E27FC236}">
                <a16:creationId xmlns:a16="http://schemas.microsoft.com/office/drawing/2014/main" id="{15F1F554-F71F-935F-6AED-8A1771A74BCB}"/>
              </a:ext>
            </a:extLst>
          </p:cNvPr>
          <p:cNvPicPr>
            <a:picLocks noChangeAspect="1"/>
          </p:cNvPicPr>
          <p:nvPr/>
        </p:nvPicPr>
        <p:blipFill rotWithShape="1">
          <a:blip r:embed="rId2"/>
          <a:srcRect l="6286"/>
          <a:stretch/>
        </p:blipFill>
        <p:spPr>
          <a:xfrm>
            <a:off x="0" y="787400"/>
            <a:ext cx="12192000" cy="4953000"/>
          </a:xfrm>
          <a:prstGeom prst="rect">
            <a:avLst/>
          </a:prstGeom>
        </p:spPr>
      </p:pic>
    </p:spTree>
    <p:extLst>
      <p:ext uri="{BB962C8B-B14F-4D97-AF65-F5344CB8AC3E}">
        <p14:creationId xmlns:p14="http://schemas.microsoft.com/office/powerpoint/2010/main" val="12082326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ae1c0f2c-db16-4808-9918-5616a6e8427f">
      <UserInfo>
        <DisplayName>Muhamad Noridham Nordin</DisplayName>
        <AccountId>227</AccountId>
        <AccountType/>
      </UserInfo>
      <UserInfo>
        <DisplayName>Fatin Nur Ashira Mohd Ashraf</DisplayName>
        <AccountId>546</AccountId>
        <AccountType/>
      </UserInfo>
    </SharedWithUsers>
    <lcf76f155ced4ddcb4097134ff3c332f xmlns="23e98d9d-b44b-4925-8553-c0fcec033f8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E561DC0C2CBFC4099009E737867F7BC" ma:contentTypeVersion="17" ma:contentTypeDescription="Create a new document." ma:contentTypeScope="" ma:versionID="791e1e9ee016a071f51b38811af5d1d5">
  <xsd:schema xmlns:xsd="http://www.w3.org/2001/XMLSchema" xmlns:xs="http://www.w3.org/2001/XMLSchema" xmlns:p="http://schemas.microsoft.com/office/2006/metadata/properties" xmlns:ns2="ae1c0f2c-db16-4808-9918-5616a6e8427f" xmlns:ns3="23e98d9d-b44b-4925-8553-c0fcec033f8a" targetNamespace="http://schemas.microsoft.com/office/2006/metadata/properties" ma:root="true" ma:fieldsID="9ee668d458bb7b92fcbdb969a74136c2" ns2:_="" ns3:_="">
    <xsd:import namespace="ae1c0f2c-db16-4808-9918-5616a6e8427f"/>
    <xsd:import namespace="23e98d9d-b44b-4925-8553-c0fcec033f8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element ref="ns3:lcf76f155ced4ddcb4097134ff3c332f" minOccurs="0"/>
                <xsd:element ref="ns3:MediaServiceLocation"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1c0f2c-db16-4808-9918-5616a6e842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e98d9d-b44b-4925-8553-c0fcec033f8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a0095e2-0068-4a2e-8239-543f91996b96" ma:termSetId="09814cd3-568e-fe90-9814-8d621ff8fb84" ma:anchorId="fba54fb3-c3e1-fe81-a776-ca4b69148c4d" ma:open="true" ma:isKeyword="false">
      <xsd:complexType>
        <xsd:sequence>
          <xsd:element ref="pc:Terms" minOccurs="0" maxOccurs="1"/>
        </xsd:sequence>
      </xsd:complexType>
    </xsd:element>
    <xsd:element name="MediaServiceLocation" ma:index="22" nillable="true" ma:displayName="Location" ma:internalName="MediaServiceLocatio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9449529-807C-4819-81EE-BEFC84BF3222}">
  <ds:schemaRefs>
    <ds:schemaRef ds:uri="http://purl.org/dc/terms/"/>
    <ds:schemaRef ds:uri="http://www.w3.org/XML/1998/namespace"/>
    <ds:schemaRef ds:uri="http://purl.org/dc/dcmitype/"/>
    <ds:schemaRef ds:uri="ae1c0f2c-db16-4808-9918-5616a6e8427f"/>
    <ds:schemaRef ds:uri="http://schemas.microsoft.com/office/2006/documentManagement/types"/>
    <ds:schemaRef ds:uri="http://purl.org/dc/elements/1.1/"/>
    <ds:schemaRef ds:uri="23e98d9d-b44b-4925-8553-c0fcec033f8a"/>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67D86329-0FFF-4505-8D85-54CC9228F582}">
  <ds:schemaRefs>
    <ds:schemaRef ds:uri="http://schemas.microsoft.com/sharepoint/v3/contenttype/forms"/>
  </ds:schemaRefs>
</ds:datastoreItem>
</file>

<file path=customXml/itemProps3.xml><?xml version="1.0" encoding="utf-8"?>
<ds:datastoreItem xmlns:ds="http://schemas.openxmlformats.org/officeDocument/2006/customXml" ds:itemID="{D857DBA9-7446-473E-B07A-797F2228FB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1c0f2c-db16-4808-9918-5616a6e8427f"/>
    <ds:schemaRef ds:uri="23e98d9d-b44b-4925-8553-c0fcec033f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9855</TotalTime>
  <Words>4429</Words>
  <Application>Microsoft Office PowerPoint</Application>
  <PresentationFormat>Widescreen</PresentationFormat>
  <Paragraphs>645</Paragraphs>
  <Slides>73</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73</vt:i4>
      </vt:variant>
    </vt:vector>
  </HeadingPairs>
  <TitlesOfParts>
    <vt:vector size="83" baseType="lpstr">
      <vt:lpstr>Aptos</vt:lpstr>
      <vt:lpstr>Arial</vt:lpstr>
      <vt:lpstr>Calibri</vt:lpstr>
      <vt:lpstr>Calibri Light</vt:lpstr>
      <vt:lpstr>CIDFont+F8</vt:lpstr>
      <vt:lpstr>open sans</vt:lpstr>
      <vt:lpstr>open sans</vt:lpstr>
      <vt:lpstr>TitilliumMaps26L</vt:lpstr>
      <vt:lpstr>Office Theme</vt:lpstr>
      <vt:lpstr>1_Office Theme</vt:lpstr>
      <vt:lpstr>PowerPoint Presentation</vt:lpstr>
      <vt:lpstr>TRAINING AGENDA</vt:lpstr>
      <vt:lpstr>HALAL AUDITING – THE OBJECTIVES</vt:lpstr>
      <vt:lpstr>HISTORY AND CURRENT AUDIT TREND</vt:lpstr>
      <vt:lpstr>DEFINITION</vt:lpstr>
      <vt:lpstr>DEFINITION</vt:lpstr>
      <vt:lpstr>Types of Audit</vt:lpstr>
      <vt:lpstr>INTERNAL AUDIT</vt:lpstr>
      <vt:lpstr>External Audit</vt:lpstr>
      <vt:lpstr>SECOND PARTY AUDIT</vt:lpstr>
      <vt:lpstr>THIRD PARTY AUDIT</vt:lpstr>
      <vt:lpstr>OTHER TYPE OF AUDIT</vt:lpstr>
      <vt:lpstr>ADEQUACY AUDIT</vt:lpstr>
      <vt:lpstr>COMPLIANCE AUDIT</vt:lpstr>
      <vt:lpstr>SURVEILLANCE AUDIT</vt:lpstr>
      <vt:lpstr>SITE AUDIT</vt:lpstr>
      <vt:lpstr>SITE AUDIT</vt:lpstr>
      <vt:lpstr>Audit Scope</vt:lpstr>
      <vt:lpstr>IMPORTANCE OF AUDIT</vt:lpstr>
      <vt:lpstr>IMPORTANCE OF AUDIT</vt:lpstr>
      <vt:lpstr>IMPORTANCE OF AUDIT</vt:lpstr>
      <vt:lpstr>Audit Principles What are audit principles?</vt:lpstr>
      <vt:lpstr>Audit Principles The importance of audit principles</vt:lpstr>
      <vt:lpstr>Audit Principles Ethical Conduct</vt:lpstr>
      <vt:lpstr>Audit Principles Ethical Conduct</vt:lpstr>
      <vt:lpstr>Audit Principles Ethical Conduct</vt:lpstr>
      <vt:lpstr>Audit Principles Fair Presentation</vt:lpstr>
      <vt:lpstr>Audit Principles Due Professional Care</vt:lpstr>
      <vt:lpstr>Audit Principles Independence</vt:lpstr>
      <vt:lpstr>Audit Principles Evidence-based approach</vt:lpstr>
      <vt:lpstr>Your Audit Team</vt:lpstr>
      <vt:lpstr>Auditor Responsibilities</vt:lpstr>
      <vt:lpstr>Auditor Responsibilities – Lead Auditor</vt:lpstr>
      <vt:lpstr>Auditor Responsibilities – Lead Auditor</vt:lpstr>
      <vt:lpstr>Auditor Responsibilities – Auditor</vt:lpstr>
      <vt:lpstr>Auditor’s Personal Attributes What personal attributes does an auditor need to have?</vt:lpstr>
      <vt:lpstr>Auditor’s Required Knowledge</vt:lpstr>
      <vt:lpstr>Audit in General</vt:lpstr>
      <vt:lpstr>Audit Cycle</vt:lpstr>
      <vt:lpstr>Audit Planning</vt:lpstr>
      <vt:lpstr>Audit Planning</vt:lpstr>
      <vt:lpstr>Audit Planning</vt:lpstr>
      <vt:lpstr>PowerPoint Presentation</vt:lpstr>
      <vt:lpstr>Audit Planning</vt:lpstr>
      <vt:lpstr>Audit Planning  Audit Scope</vt:lpstr>
      <vt:lpstr>Audit Planning  Audit Criteria</vt:lpstr>
      <vt:lpstr>Audit Planning</vt:lpstr>
      <vt:lpstr>Audit Planning</vt:lpstr>
      <vt:lpstr>Audit Planning</vt:lpstr>
      <vt:lpstr>Audit Planning</vt:lpstr>
      <vt:lpstr>Audit Planning</vt:lpstr>
      <vt:lpstr>Audit Planning</vt:lpstr>
      <vt:lpstr>Audit Planning</vt:lpstr>
      <vt:lpstr>Audit Planning  Audit Work Documents</vt:lpstr>
      <vt:lpstr>Audit Planning - Audit Checklist</vt:lpstr>
      <vt:lpstr>Example Halal Audit Checklist Format</vt:lpstr>
      <vt:lpstr>Audit Planning - Audit Checklist Audit Evidence</vt:lpstr>
      <vt:lpstr>Audit Planning - Audit Checklist Audit Evidence</vt:lpstr>
      <vt:lpstr>Audit Planning - Audit Checklist Audit Evidence</vt:lpstr>
      <vt:lpstr>Audit Planning - Audit Checklist Audit Evidence</vt:lpstr>
      <vt:lpstr>Audit Planning - Audit Checklist Developing Halal Audit Checklist</vt:lpstr>
      <vt:lpstr>Audit Planning - Audit Checklist Developing Halal Audit Checklist – Flow Diagram</vt:lpstr>
      <vt:lpstr>Audit Planning - Audit Checklist Task: Develop Audit Checklist</vt:lpstr>
      <vt:lpstr>Audit Planning - Audit Checklist Task: Develop Audit Checklist – Sample Answer</vt:lpstr>
      <vt:lpstr>Audit Planning - Audit Checklist Task: Develop Audit Checklist – Sample Answer</vt:lpstr>
      <vt:lpstr>Audit Planning - Audit Checklist Task: Develop Audit Checklist – Sample Answer</vt:lpstr>
      <vt:lpstr>Audit Planning - Audit Checklist Task: Develop Audit Checklist – Sample Answer</vt:lpstr>
      <vt:lpstr>Audit Planning - Audit Checklist Task: Develop Audit Checklist</vt:lpstr>
      <vt:lpstr>PowerPoint Presentation</vt:lpstr>
      <vt:lpstr>Audit Planning - Audit Checklist Task: Develop Audit Checklist</vt:lpstr>
      <vt:lpstr>Audit Planning – Informing The Auditee</vt:lpstr>
      <vt:lpstr>Audit Planning – Informing The Auditee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Muhamad Noridham Nordin</dc:creator>
  <cp:lastModifiedBy>Muhamad Noridham Nordin</cp:lastModifiedBy>
  <cp:revision>36</cp:revision>
  <dcterms:created xsi:type="dcterms:W3CDTF">2023-10-23T03:30:06Z</dcterms:created>
  <dcterms:modified xsi:type="dcterms:W3CDTF">2026-02-01T16:04:44Z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0x010100AE561DC0C2CBFC4099009E737867F7BC</vt:lpwstr>
  </property>
</Properties>
</file>